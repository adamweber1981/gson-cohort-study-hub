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323" r:id="rId3"/>
    <p:sldId id="325" r:id="rId4"/>
    <p:sldId id="269" r:id="rId5"/>
    <p:sldId id="311" r:id="rId6"/>
    <p:sldId id="324" r:id="rId7"/>
    <p:sldId id="272" r:id="rId8"/>
    <p:sldId id="326" r:id="rId9"/>
    <p:sldId id="338" r:id="rId10"/>
    <p:sldId id="267" r:id="rId11"/>
    <p:sldId id="283" r:id="rId12"/>
    <p:sldId id="261" r:id="rId13"/>
    <p:sldId id="317" r:id="rId14"/>
    <p:sldId id="318" r:id="rId15"/>
    <p:sldId id="285" r:id="rId16"/>
    <p:sldId id="275" r:id="rId17"/>
    <p:sldId id="327" r:id="rId18"/>
    <p:sldId id="279" r:id="rId19"/>
    <p:sldId id="334" r:id="rId20"/>
    <p:sldId id="263" r:id="rId21"/>
    <p:sldId id="328" r:id="rId22"/>
    <p:sldId id="335" r:id="rId23"/>
    <p:sldId id="276" r:id="rId24"/>
    <p:sldId id="329" r:id="rId25"/>
    <p:sldId id="333" r:id="rId26"/>
    <p:sldId id="313" r:id="rId27"/>
    <p:sldId id="278" r:id="rId28"/>
    <p:sldId id="316" r:id="rId29"/>
    <p:sldId id="341" r:id="rId30"/>
    <p:sldId id="330" r:id="rId31"/>
    <p:sldId id="336" r:id="rId32"/>
    <p:sldId id="300" r:id="rId33"/>
    <p:sldId id="321" r:id="rId34"/>
    <p:sldId id="322" r:id="rId35"/>
    <p:sldId id="331" r:id="rId36"/>
    <p:sldId id="337" r:id="rId37"/>
    <p:sldId id="314" r:id="rId38"/>
    <p:sldId id="315" r:id="rId39"/>
    <p:sldId id="301" r:id="rId40"/>
    <p:sldId id="302" r:id="rId41"/>
    <p:sldId id="319" r:id="rId42"/>
    <p:sldId id="320" r:id="rId43"/>
    <p:sldId id="332" r:id="rId44"/>
    <p:sldId id="312" r:id="rId45"/>
    <p:sldId id="339" r:id="rId46"/>
    <p:sldId id="340" r:id="rId47"/>
    <p:sldId id="280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37"/>
    <p:restoredTop sz="94681"/>
  </p:normalViewPr>
  <p:slideViewPr>
    <p:cSldViewPr snapToGrid="0">
      <p:cViewPr>
        <p:scale>
          <a:sx n="107" d="100"/>
          <a:sy n="107" d="100"/>
        </p:scale>
        <p:origin x="704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15C47-5C68-4F41-9BF7-1136C95CF9C9}" type="datetimeFigureOut">
              <a:rPr lang="en-US" smtClean="0"/>
              <a:t>6/30/26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93589-6F51-E946-A26E-89448C3E3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151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952A4-6649-30A5-3032-2798B9798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4C751-B5EC-F57C-6014-C9B1D093C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0B214C-99EA-098C-05C8-8AC97E3FB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BF823-F07F-C2EB-B80E-ED7041F5B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D9CFB-2EF6-8242-9D0C-B956A89E58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729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38076-5927-CBDA-988F-77EA6A18E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0E301-C807-D9F5-EE37-C43A42705A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DD9A3A-EEF4-BFC1-C545-F1419420E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A, C, 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AD1BF-85DC-5BD8-BEC4-3055619F11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A4A83-2CBC-7842-B6EF-5FA1782E433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778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 – has the most risk factors (pregnant, female, daily bath)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93589-6F51-E946-A26E-89448C3E313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182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A, B,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93589-6F51-E946-A26E-89448C3E313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34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887D9-1304-E1EA-AC73-C0764AB44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DDF647-86EA-75DB-5062-C8487361F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BC8B14-FC14-3AB9-EFF3-A76E7EB74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F4BFB-BCA2-D6CA-5F70-2FF10522F2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D9CFB-2EF6-8242-9D0C-B956A89E58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3613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80013-F5CD-A81E-9057-637ABAF8F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042A22-53A7-3D1E-A4B0-B102DA885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039228-AD9E-8C4B-D1A3-9B8C96B96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13884-23DC-5F2D-B88E-03B0436191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633E8-15DA-7841-A3C6-1BA3757E708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637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4C5DB-C29A-1CE6-897C-7E30FA417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4961C2-E452-24A6-F03B-38246775A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0B95A0-F6C5-3981-472D-BDB747F67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C2540-F256-2BE0-39AB-C37D272A7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D9CFB-2EF6-8242-9D0C-B956A89E583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636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7EC5B-7C1A-A369-4060-83B97A962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78BEF4-E333-2F32-5A8E-75C05615B2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D377F7-C5C1-EEB2-69C1-ADC69E176A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1B73E-2D49-6CB0-4E14-0B0982A6C0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633E8-15DA-7841-A3C6-1BA3757E708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2442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AF189-B3F0-F43C-97A6-01BE2D8F9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CA3D0-B5CF-126E-091A-10848D4EC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7E81D2-B450-35A8-E6BA-BC99E061F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54593-A62C-935D-64EE-9B5B0629F0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633E8-15DA-7841-A3C6-1BA3757E708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3309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93589-6F51-E946-A26E-89448C3E313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0525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FC669-C4F4-7A78-5865-827BA1F87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5CBCE4-3C73-D0CA-AC3D-84B334C058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45D62D-38DB-87EA-F815-AAB4A6956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 (could be high or low), 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B9A16-2038-409B-D588-FB92063FEB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633E8-15DA-7841-A3C6-1BA3757E708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1780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A,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93589-6F51-E946-A26E-89448C3E313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6793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93589-6F51-E946-A26E-89448C3E313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282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75710-5370-77B2-8F3E-B8C1ED625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C26F81-886F-93F5-B955-7CB7282289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812F93-186D-09D8-C659-059ECAE19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92BE2-271F-D722-C80E-8E85E19C52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633E8-15DA-7841-A3C6-1BA3757E708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9212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B0C50-75DC-2C1A-1526-C1FA5A989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98E60D-92F6-43A7-132D-3A56A05340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9C6D39-D3E6-9FA3-EFD0-C555B9DD3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38FF9-DCFD-EBF9-B1E1-6C099ABF81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633E8-15DA-7841-A3C6-1BA3757E708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793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ADD13-E149-BF17-C603-376072CE3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A0356-1088-7BFD-5BC1-3127BFDBE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AB9752-01CC-7037-07A8-6BF808E4F5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DB1AA-8653-BCDF-53EC-C39C859926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633E8-15DA-7841-A3C6-1BA3757E708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2485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6331B-B91A-1FF4-D4C9-030F7B191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F2A5E2-A003-38EA-EEA0-9B3F327C2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CBEFC-5E6A-7008-0004-35B3D0F0F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7729E-7B85-BC76-693E-586958689F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633E8-15DA-7841-A3C6-1BA3757E708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3982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93589-6F51-E946-A26E-89448C3E313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6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93589-6F51-E946-A26E-89448C3E313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5557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03A82-0998-5181-8F30-8F727F811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E393E5-7C7B-C8ED-9800-8BC75E6712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59D683-366C-7D37-802B-DDDC099FB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13CD1-125C-42DC-B28C-EAE1CCCF81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633E8-15DA-7841-A3C6-1BA3757E708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80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2DAE9-0C7A-F05E-5F81-17DCC14F5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ADF7D8-8D3B-B5BC-BC48-5AD27EC749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59CAA-69FB-69BF-D00B-1F850A6F5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96D5-46F1-4142-92CB-36EBC3A51000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AACC2-DE2B-2676-B613-A17CF08D9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80110-A1DA-6C59-1672-9E0C33121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8707-9677-674F-9CBB-868A4992F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97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5B1E4-D081-1C84-814B-52823EBA4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D4C66-69E3-68EF-B130-9B07FFA76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6147E-CAF5-286E-AD42-CC38E0963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96D5-46F1-4142-92CB-36EBC3A51000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7D168-702C-89F4-D329-A168E6B4D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1E2F6-394B-4DE0-576B-CBA685E74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8707-9677-674F-9CBB-868A4992F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273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7CF0C-02A6-9A5B-581D-BAB7E59E9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DDE37-6A3B-E716-4C08-D0BE80915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76583-430F-9D13-3CC0-E105B47F3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96D5-46F1-4142-92CB-36EBC3A51000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A670B-7CB2-F92A-26E9-3682831A8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9B2CE-32FB-693D-0DB3-80328E21D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8707-9677-674F-9CBB-868A4992F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34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6B903-D65B-5660-E8D5-34CF42348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CEAE5-EF13-17DD-4309-CF80005C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7427B9-1CC2-0854-735F-31D47CC09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C0003A-A1B4-A99E-FF85-470A02C5A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96D5-46F1-4142-92CB-36EBC3A51000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15A28-9131-B11B-BE0F-626667281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EEDBD-40D5-9CB6-2A04-B3EC07E3D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8707-9677-674F-9CBB-868A4992F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38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32FA4-89FD-5DBE-BFB8-1F7C16128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0A6EF-C4E1-4C8D-88E1-64B2A4461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C1966-B67D-A8C3-56A2-93FA558D7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47FEE1-993F-6AF5-8F36-B4DE861FF8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C3B8CF-5723-3CA4-C5AD-2B58A3930F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14344F-E86E-13D8-8EB8-1CB185E63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96D5-46F1-4142-92CB-36EBC3A51000}" type="datetimeFigureOut">
              <a:rPr lang="en-US" smtClean="0"/>
              <a:t>6/30/26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5F70B9-594F-6393-F9F4-DE656263F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B652A5-571C-90D2-2F44-61243ADF3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8707-9677-674F-9CBB-868A4992F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99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0D196-9450-98E0-610D-C474C861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8F1931-C5F9-97A8-3299-FE3F355FE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96D5-46F1-4142-92CB-36EBC3A51000}" type="datetimeFigureOut">
              <a:rPr lang="en-US" smtClean="0"/>
              <a:t>6/30/26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90C47-E9A3-586E-D52D-0940FDE0A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5A8BE7-8658-6078-453C-4A4E6B9B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8707-9677-674F-9CBB-868A4992F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34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8655F9-9171-E932-9A83-1D4D8B1F2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96D5-46F1-4142-92CB-36EBC3A51000}" type="datetimeFigureOut">
              <a:rPr lang="en-US" smtClean="0"/>
              <a:t>6/30/26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E842CF-3D58-C476-14A2-B9B6467D4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F2908-9393-83CA-24CD-4E38AAD28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8707-9677-674F-9CBB-868A4992F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18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65E5D-8703-DD35-D914-EC5D7BBE1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1D73C-2F82-35C0-3B9F-CB068A059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199304-3B13-21AE-CE78-F6B0472EE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57DDB-09C2-2D7A-C796-157183FD0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96D5-46F1-4142-92CB-36EBC3A51000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61C28-D2BA-0725-B9AA-C549A055E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45115-EB16-2E1D-9AFB-23B41AC1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8707-9677-674F-9CBB-868A4992F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33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8B8CD-56EB-E1AF-7183-16CAD8AD1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F9572-AEF6-E9FF-FB4B-B028370535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31ED9-8D01-F916-31FF-7FFC07611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9F0F28-1485-3974-E808-9A43706E6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96D5-46F1-4142-92CB-36EBC3A51000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5D71F-44C1-DFB8-329F-1B5E7FB08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951F4-EF24-563F-6B36-CF198C05B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8707-9677-674F-9CBB-868A4992F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31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6A6CF-2AC0-7D41-37E6-43AE70A75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950A7E-2528-FFED-8B92-3DB8A7714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6A2CD-4DE8-2156-1439-4D88F7C2C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96D5-46F1-4142-92CB-36EBC3A51000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6CDC0-02E9-5101-7D28-76267FE6A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A2C85-46F1-43A8-1E36-F14898D06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8707-9677-674F-9CBB-868A4992F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5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56B6F2-6104-EFBD-F439-36D0AE0D39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7BD826-6FC4-DEB8-7E52-48830789A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91779-C103-0BC3-DC61-D337D79A1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96D5-46F1-4142-92CB-36EBC3A51000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212FE-1329-3579-4396-9A2D9ED1E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80F57-2E4B-F07B-CC86-AE8C58F24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8707-9677-674F-9CBB-868A4992F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665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ACD94F-17D3-AABC-D399-6CF616F61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F75A8-AD9B-00BE-5433-B98EAB015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59CF2-25B2-F953-BE63-45AA1A2A7F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4B96D5-46F1-4142-92CB-36EBC3A51000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D99D2-4D0A-2432-B1E3-7AA147195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2B6DF-A313-8D9E-CCC7-9A08392994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B68707-9677-674F-9CBB-868A4992F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572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Caring for your kidneys - Harvard Health">
            <a:extLst>
              <a:ext uri="{FF2B5EF4-FFF2-40B4-BE49-F238E27FC236}">
                <a16:creationId xmlns:a16="http://schemas.microsoft.com/office/drawing/2014/main" id="{7DF47403-EA55-9151-3D3D-329819DCF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2" r="22247" b="9091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E8B406-9264-9738-1D61-26CA342EB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</a:rPr>
              <a:t>Week 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764143-1144-B08C-DF03-03EFB3F5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GU &amp; Renal</a:t>
            </a: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5315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7FAE6E8-1D9E-4905-AAFE-978D33182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A4F88D-605E-CFDE-FE73-84C7CAB43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354819"/>
            <a:ext cx="10361531" cy="26783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Kidney &amp; GU Basics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DF33-EF61-0FDE-A790-07E6F0C28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7088" y="4414179"/>
            <a:ext cx="7006691" cy="1089001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Review of Anatomy &amp; Physiology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RAAS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F9D1CBF-A219-4C01-85A0-9DF6151EE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9FC63AB-02B8-4DDD-8778-397188A37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C0AB7ED-D983-4149-A166-B31B71163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77783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4" name="Rectangle 1033">
            <a:extLst>
              <a:ext uri="{FF2B5EF4-FFF2-40B4-BE49-F238E27FC236}">
                <a16:creationId xmlns:a16="http://schemas.microsoft.com/office/drawing/2014/main" id="{7BDAC5B6-20CE-447F-8BA1-F2274AC7A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D1D22B31-BF8F-446B-9009-8A251FB17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094406 w 12192000"/>
              <a:gd name="connsiteY0" fmla="*/ 283966 h 6858000"/>
              <a:gd name="connsiteX1" fmla="*/ 3038833 w 12192000"/>
              <a:gd name="connsiteY1" fmla="*/ 309661 h 6858000"/>
              <a:gd name="connsiteX2" fmla="*/ 3348384 w 12192000"/>
              <a:gd name="connsiteY2" fmla="*/ 406000 h 6858000"/>
              <a:gd name="connsiteX3" fmla="*/ 2864309 w 12192000"/>
              <a:gd name="connsiteY3" fmla="*/ 355295 h 6858000"/>
              <a:gd name="connsiteX4" fmla="*/ 2856039 w 12192000"/>
              <a:gd name="connsiteY4" fmla="*/ 388058 h 6858000"/>
              <a:gd name="connsiteX5" fmla="*/ 3405794 w 12192000"/>
              <a:gd name="connsiteY5" fmla="*/ 512089 h 6858000"/>
              <a:gd name="connsiteX6" fmla="*/ 3356651 w 12192000"/>
              <a:gd name="connsiteY6" fmla="*/ 531204 h 6858000"/>
              <a:gd name="connsiteX7" fmla="*/ 3064552 w 12192000"/>
              <a:gd name="connsiteY7" fmla="*/ 483228 h 6858000"/>
              <a:gd name="connsiteX8" fmla="*/ 3005765 w 12192000"/>
              <a:gd name="connsiteY8" fmla="*/ 495708 h 6858000"/>
              <a:gd name="connsiteX9" fmla="*/ 3034700 w 12192000"/>
              <a:gd name="connsiteY9" fmla="*/ 553823 h 6858000"/>
              <a:gd name="connsiteX10" fmla="*/ 3161459 w 12192000"/>
              <a:gd name="connsiteY10" fmla="*/ 576445 h 6858000"/>
              <a:gd name="connsiteX11" fmla="*/ 3358949 w 12192000"/>
              <a:gd name="connsiteY11" fmla="*/ 712961 h 6858000"/>
              <a:gd name="connsiteX12" fmla="*/ 3059960 w 12192000"/>
              <a:gd name="connsiteY12" fmla="*/ 696576 h 6858000"/>
              <a:gd name="connsiteX13" fmla="*/ 3007143 w 12192000"/>
              <a:gd name="connsiteY13" fmla="*/ 729732 h 6858000"/>
              <a:gd name="connsiteX14" fmla="*/ 2986935 w 12192000"/>
              <a:gd name="connsiteY14" fmla="*/ 772635 h 6858000"/>
              <a:gd name="connsiteX15" fmla="*/ 2871197 w 12192000"/>
              <a:gd name="connsiteY15" fmla="*/ 808127 h 6858000"/>
              <a:gd name="connsiteX16" fmla="*/ 3053071 w 12192000"/>
              <a:gd name="connsiteY16" fmla="*/ 847913 h 6858000"/>
              <a:gd name="connsiteX17" fmla="*/ 2858796 w 12192000"/>
              <a:gd name="connsiteY17" fmla="*/ 847913 h 6858000"/>
              <a:gd name="connsiteX18" fmla="*/ 2635588 w 12192000"/>
              <a:gd name="connsiteY18" fmla="*/ 820611 h 6858000"/>
              <a:gd name="connsiteX19" fmla="*/ 2397683 w 12192000"/>
              <a:gd name="connsiteY19" fmla="*/ 829190 h 6858000"/>
              <a:gd name="connsiteX20" fmla="*/ 1921874 w 12192000"/>
              <a:gd name="connsiteY20" fmla="*/ 778877 h 6858000"/>
              <a:gd name="connsiteX21" fmla="*/ 1695450 w 12192000"/>
              <a:gd name="connsiteY21" fmla="*/ 782386 h 6858000"/>
              <a:gd name="connsiteX22" fmla="*/ 2954324 w 12192000"/>
              <a:gd name="connsiteY22" fmla="*/ 1120940 h 6858000"/>
              <a:gd name="connsiteX23" fmla="*/ 2890028 w 12192000"/>
              <a:gd name="connsiteY23" fmla="*/ 1195435 h 6858000"/>
              <a:gd name="connsiteX24" fmla="*/ 3153652 w 12192000"/>
              <a:gd name="connsiteY24" fmla="*/ 1276563 h 6858000"/>
              <a:gd name="connsiteX25" fmla="*/ 3218410 w 12192000"/>
              <a:gd name="connsiteY25" fmla="*/ 1356911 h 6858000"/>
              <a:gd name="connsiteX26" fmla="*/ 3137118 w 12192000"/>
              <a:gd name="connsiteY26" fmla="*/ 1349891 h 6858000"/>
              <a:gd name="connsiteX27" fmla="*/ 3067309 w 12192000"/>
              <a:gd name="connsiteY27" fmla="*/ 1365102 h 6858000"/>
              <a:gd name="connsiteX28" fmla="*/ 3096243 w 12192000"/>
              <a:gd name="connsiteY28" fmla="*/ 1467292 h 6858000"/>
              <a:gd name="connsiteX29" fmla="*/ 3468716 w 12192000"/>
              <a:gd name="connsiteY29" fmla="*/ 1599125 h 6858000"/>
              <a:gd name="connsiteX30" fmla="*/ 3502241 w 12192000"/>
              <a:gd name="connsiteY30" fmla="*/ 1642029 h 6858000"/>
              <a:gd name="connsiteX31" fmla="*/ 3457692 w 12192000"/>
              <a:gd name="connsiteY31" fmla="*/ 1672453 h 6858000"/>
              <a:gd name="connsiteX32" fmla="*/ 3337362 w 12192000"/>
              <a:gd name="connsiteY32" fmla="*/ 1688053 h 6858000"/>
              <a:gd name="connsiteX33" fmla="*/ 3505915 w 12192000"/>
              <a:gd name="connsiteY33" fmla="*/ 1834318 h 6858000"/>
              <a:gd name="connsiteX34" fmla="*/ 3567458 w 12192000"/>
              <a:gd name="connsiteY34" fmla="*/ 1874880 h 6858000"/>
              <a:gd name="connsiteX35" fmla="*/ 3672634 w 12192000"/>
              <a:gd name="connsiteY35" fmla="*/ 1937678 h 6858000"/>
              <a:gd name="connsiteX36" fmla="*/ 3674470 w 12192000"/>
              <a:gd name="connsiteY36" fmla="*/ 1956789 h 6858000"/>
              <a:gd name="connsiteX37" fmla="*/ 3531176 w 12192000"/>
              <a:gd name="connsiteY37" fmla="*/ 2024266 h 6858000"/>
              <a:gd name="connsiteX38" fmla="*/ 3272604 w 12192000"/>
              <a:gd name="connsiteY38" fmla="*/ 2005933 h 6858000"/>
              <a:gd name="connsiteX39" fmla="*/ 3654720 w 12192000"/>
              <a:gd name="connsiteY39" fmla="*/ 2106564 h 6858000"/>
              <a:gd name="connsiteX40" fmla="*/ 2417892 w 12192000"/>
              <a:gd name="connsiteY40" fmla="*/ 1866690 h 6858000"/>
              <a:gd name="connsiteX41" fmla="*/ 2496888 w 12192000"/>
              <a:gd name="connsiteY41" fmla="*/ 1929487 h 6858000"/>
              <a:gd name="connsiteX42" fmla="*/ 2929526 w 12192000"/>
              <a:gd name="connsiteY42" fmla="*/ 2094862 h 6858000"/>
              <a:gd name="connsiteX43" fmla="*/ 3052152 w 12192000"/>
              <a:gd name="connsiteY43" fmla="*/ 2198613 h 6858000"/>
              <a:gd name="connsiteX44" fmla="*/ 3180748 w 12192000"/>
              <a:gd name="connsiteY44" fmla="*/ 2255948 h 6858000"/>
              <a:gd name="connsiteX45" fmla="*/ 3361244 w 12192000"/>
              <a:gd name="connsiteY45" fmla="*/ 2254777 h 6858000"/>
              <a:gd name="connsiteX46" fmla="*/ 3489382 w 12192000"/>
              <a:gd name="connsiteY46" fmla="*/ 2342926 h 6858000"/>
              <a:gd name="connsiteX47" fmla="*/ 3355733 w 12192000"/>
              <a:gd name="connsiteY47" fmla="*/ 2361649 h 6858000"/>
              <a:gd name="connsiteX48" fmla="*/ 3199121 w 12192000"/>
              <a:gd name="connsiteY48" fmla="*/ 2347216 h 6858000"/>
              <a:gd name="connsiteX49" fmla="*/ 2861091 w 12192000"/>
              <a:gd name="connsiteY49" fmla="*/ 2351896 h 6858000"/>
              <a:gd name="connsiteX50" fmla="*/ 2667278 w 12192000"/>
              <a:gd name="connsiteY50" fmla="*/ 2369058 h 6858000"/>
              <a:gd name="connsiteX51" fmla="*/ 2221781 w 12192000"/>
              <a:gd name="connsiteY51" fmla="*/ 2339805 h 6858000"/>
              <a:gd name="connsiteX52" fmla="*/ 2247961 w 12192000"/>
              <a:gd name="connsiteY52" fmla="*/ 2414693 h 6858000"/>
              <a:gd name="connsiteX53" fmla="*/ 2231425 w 12192000"/>
              <a:gd name="connsiteY53" fmla="*/ 2479828 h 6858000"/>
              <a:gd name="connsiteX54" fmla="*/ 2224996 w 12192000"/>
              <a:gd name="connsiteY54" fmla="*/ 2621414 h 6858000"/>
              <a:gd name="connsiteX55" fmla="*/ 2229131 w 12192000"/>
              <a:gd name="connsiteY55" fmla="*/ 2644426 h 6858000"/>
              <a:gd name="connsiteX56" fmla="*/ 2129466 w 12192000"/>
              <a:gd name="connsiteY56" fmla="*/ 2659247 h 6858000"/>
              <a:gd name="connsiteX57" fmla="*/ 2723312 w 12192000"/>
              <a:gd name="connsiteY57" fmla="*/ 2953726 h 6858000"/>
              <a:gd name="connsiteX58" fmla="*/ 2326496 w 12192000"/>
              <a:gd name="connsiteY58" fmla="*/ 2878838 h 6858000"/>
              <a:gd name="connsiteX59" fmla="*/ 2272759 w 12192000"/>
              <a:gd name="connsiteY59" fmla="*/ 3002480 h 6858000"/>
              <a:gd name="connsiteX60" fmla="*/ 2459226 w 12192000"/>
              <a:gd name="connsiteY60" fmla="*/ 3112471 h 6858000"/>
              <a:gd name="connsiteX61" fmla="*/ 2528117 w 12192000"/>
              <a:gd name="connsiteY61" fmla="*/ 3330111 h 6858000"/>
              <a:gd name="connsiteX62" fmla="*/ 2494590 w 12192000"/>
              <a:gd name="connsiteY62" fmla="*/ 3529029 h 6858000"/>
              <a:gd name="connsiteX63" fmla="*/ 2414677 w 12192000"/>
              <a:gd name="connsiteY63" fmla="*/ 3592215 h 6858000"/>
              <a:gd name="connsiteX64" fmla="*/ 2298940 w 12192000"/>
              <a:gd name="connsiteY64" fmla="*/ 3705716 h 6858000"/>
              <a:gd name="connsiteX65" fmla="*/ 2227294 w 12192000"/>
              <a:gd name="connsiteY65" fmla="*/ 3775921 h 6858000"/>
              <a:gd name="connsiteX66" fmla="*/ 1978366 w 12192000"/>
              <a:gd name="connsiteY66" fmla="*/ 3748620 h 6858000"/>
              <a:gd name="connsiteX67" fmla="*/ 2310421 w 12192000"/>
              <a:gd name="connsiteY67" fmla="*/ 3926868 h 6858000"/>
              <a:gd name="connsiteX68" fmla="*/ 2041285 w 12192000"/>
              <a:gd name="connsiteY68" fmla="*/ 3904635 h 6858000"/>
              <a:gd name="connsiteX69" fmla="*/ 1953565 w 12192000"/>
              <a:gd name="connsiteY69" fmla="*/ 3917116 h 6858000"/>
              <a:gd name="connsiteX70" fmla="*/ 2003623 w 12192000"/>
              <a:gd name="connsiteY70" fmla="*/ 3974842 h 6858000"/>
              <a:gd name="connsiteX71" fmla="*/ 2201114 w 12192000"/>
              <a:gd name="connsiteY71" fmla="*/ 4072742 h 6858000"/>
              <a:gd name="connsiteX72" fmla="*/ 2608032 w 12192000"/>
              <a:gd name="connsiteY72" fmla="*/ 4337967 h 6858000"/>
              <a:gd name="connsiteX73" fmla="*/ 2213973 w 12192000"/>
              <a:gd name="connsiteY73" fmla="*/ 4216277 h 6858000"/>
              <a:gd name="connsiteX74" fmla="*/ 2629158 w 12192000"/>
              <a:gd name="connsiteY74" fmla="*/ 4488911 h 6858000"/>
              <a:gd name="connsiteX75" fmla="*/ 2721471 w 12192000"/>
              <a:gd name="connsiteY75" fmla="*/ 4579399 h 6858000"/>
              <a:gd name="connsiteX76" fmla="*/ 2907939 w 12192000"/>
              <a:gd name="connsiteY76" fmla="*/ 4804062 h 6858000"/>
              <a:gd name="connsiteX77" fmla="*/ 2898753 w 12192000"/>
              <a:gd name="connsiteY77" fmla="*/ 4829414 h 6858000"/>
              <a:gd name="connsiteX78" fmla="*/ 2683352 w 12192000"/>
              <a:gd name="connsiteY78" fmla="*/ 4793141 h 6858000"/>
              <a:gd name="connsiteX79" fmla="*/ 2962594 w 12192000"/>
              <a:gd name="connsiteY79" fmla="*/ 4981920 h 6858000"/>
              <a:gd name="connsiteX80" fmla="*/ 3251019 w 12192000"/>
              <a:gd name="connsiteY80" fmla="*/ 5127012 h 6858000"/>
              <a:gd name="connsiteX81" fmla="*/ 3046180 w 12192000"/>
              <a:gd name="connsiteY81" fmla="*/ 5104781 h 6858000"/>
              <a:gd name="connsiteX82" fmla="*/ 2764646 w 12192000"/>
              <a:gd name="connsiteY82" fmla="*/ 5021703 h 6858000"/>
              <a:gd name="connsiteX83" fmla="*/ 2666820 w 12192000"/>
              <a:gd name="connsiteY83" fmla="*/ 5052905 h 6858000"/>
              <a:gd name="connsiteX84" fmla="*/ 2933657 w 12192000"/>
              <a:gd name="connsiteY84" fmla="*/ 5190198 h 6858000"/>
              <a:gd name="connsiteX85" fmla="*/ 3086598 w 12192000"/>
              <a:gd name="connsiteY85" fmla="*/ 5253776 h 6858000"/>
              <a:gd name="connsiteX86" fmla="*/ 3147680 w 12192000"/>
              <a:gd name="connsiteY86" fmla="*/ 5302531 h 6858000"/>
              <a:gd name="connsiteX87" fmla="*/ 3322204 w 12192000"/>
              <a:gd name="connsiteY87" fmla="*/ 5476487 h 6858000"/>
              <a:gd name="connsiteX88" fmla="*/ 3834758 w 12192000"/>
              <a:gd name="connsiteY88" fmla="*/ 5666434 h 6858000"/>
              <a:gd name="connsiteX89" fmla="*/ 4314240 w 12192000"/>
              <a:gd name="connsiteY89" fmla="*/ 5902409 h 6858000"/>
              <a:gd name="connsiteX90" fmla="*/ 4688552 w 12192000"/>
              <a:gd name="connsiteY90" fmla="*/ 6049453 h 6858000"/>
              <a:gd name="connsiteX91" fmla="*/ 5634660 w 12192000"/>
              <a:gd name="connsiteY91" fmla="*/ 6238620 h 6858000"/>
              <a:gd name="connsiteX92" fmla="*/ 9222980 w 12192000"/>
              <a:gd name="connsiteY92" fmla="*/ 4955397 h 6858000"/>
              <a:gd name="connsiteX93" fmla="*/ 9268448 w 12192000"/>
              <a:gd name="connsiteY93" fmla="*/ 4917173 h 6858000"/>
              <a:gd name="connsiteX94" fmla="*/ 9442512 w 12192000"/>
              <a:gd name="connsiteY94" fmla="*/ 4773251 h 6858000"/>
              <a:gd name="connsiteX95" fmla="*/ 9590400 w 12192000"/>
              <a:gd name="connsiteY95" fmla="*/ 4643756 h 6858000"/>
              <a:gd name="connsiteX96" fmla="*/ 9513242 w 12192000"/>
              <a:gd name="connsiteY96" fmla="*/ 4600073 h 6858000"/>
              <a:gd name="connsiteX97" fmla="*/ 9617498 w 12192000"/>
              <a:gd name="connsiteY97" fmla="*/ 4476430 h 6858000"/>
              <a:gd name="connsiteX98" fmla="*/ 9949094 w 12192000"/>
              <a:gd name="connsiteY98" fmla="*/ 4095364 h 6858000"/>
              <a:gd name="connsiteX99" fmla="*/ 10094686 w 12192000"/>
              <a:gd name="connsiteY99" fmla="*/ 4011507 h 6858000"/>
              <a:gd name="connsiteX100" fmla="*/ 10271967 w 12192000"/>
              <a:gd name="connsiteY100" fmla="*/ 3800497 h 6858000"/>
              <a:gd name="connsiteX101" fmla="*/ 10297226 w 12192000"/>
              <a:gd name="connsiteY101" fmla="*/ 3751742 h 6858000"/>
              <a:gd name="connsiteX102" fmla="*/ 10260943 w 12192000"/>
              <a:gd name="connsiteY102" fmla="*/ 3689723 h 6858000"/>
              <a:gd name="connsiteX103" fmla="*/ 10233847 w 12192000"/>
              <a:gd name="connsiteY103" fmla="*/ 3627319 h 6858000"/>
              <a:gd name="connsiteX104" fmla="*/ 10269209 w 12192000"/>
              <a:gd name="connsiteY104" fmla="*/ 3608986 h 6858000"/>
              <a:gd name="connsiteX105" fmla="*/ 10496550 w 12192000"/>
              <a:gd name="connsiteY105" fmla="*/ 3577393 h 6858000"/>
              <a:gd name="connsiteX106" fmla="*/ 10364738 w 12192000"/>
              <a:gd name="connsiteY106" fmla="*/ 3458823 h 6858000"/>
              <a:gd name="connsiteX107" fmla="*/ 10132346 w 12192000"/>
              <a:gd name="connsiteY107" fmla="*/ 3282137 h 6858000"/>
              <a:gd name="connsiteX108" fmla="*/ 10026712 w 12192000"/>
              <a:gd name="connsiteY108" fmla="*/ 3156543 h 6858000"/>
              <a:gd name="connsiteX109" fmla="*/ 10014312 w 12192000"/>
              <a:gd name="connsiteY109" fmla="*/ 3044213 h 6858000"/>
              <a:gd name="connsiteX110" fmla="*/ 9806718 w 12192000"/>
              <a:gd name="connsiteY110" fmla="*/ 2977907 h 6858000"/>
              <a:gd name="connsiteX111" fmla="*/ 10001912 w 12192000"/>
              <a:gd name="connsiteY111" fmla="*/ 2740374 h 6858000"/>
              <a:gd name="connsiteX112" fmla="*/ 10021662 w 12192000"/>
              <a:gd name="connsiteY112" fmla="*/ 2691231 h 6858000"/>
              <a:gd name="connsiteX113" fmla="*/ 9904546 w 12192000"/>
              <a:gd name="connsiteY113" fmla="*/ 2515322 h 6858000"/>
              <a:gd name="connsiteX114" fmla="*/ 9885256 w 12192000"/>
              <a:gd name="connsiteY114" fmla="*/ 2487240 h 6858000"/>
              <a:gd name="connsiteX115" fmla="*/ 9842085 w 12192000"/>
              <a:gd name="connsiteY115" fmla="*/ 2431074 h 6858000"/>
              <a:gd name="connsiteX116" fmla="*/ 9718078 w 12192000"/>
              <a:gd name="connsiteY116" fmla="*/ 2417424 h 6858000"/>
              <a:gd name="connsiteX117" fmla="*/ 9782378 w 12192000"/>
              <a:gd name="connsiteY117" fmla="*/ 2377641 h 6858000"/>
              <a:gd name="connsiteX118" fmla="*/ 9907302 w 12192000"/>
              <a:gd name="connsiteY118" fmla="*/ 2243078 h 6858000"/>
              <a:gd name="connsiteX119" fmla="*/ 9824171 w 12192000"/>
              <a:gd name="connsiteY119" fmla="*/ 2114365 h 6858000"/>
              <a:gd name="connsiteX120" fmla="*/ 9818662 w 12192000"/>
              <a:gd name="connsiteY120" fmla="*/ 2043377 h 6858000"/>
              <a:gd name="connsiteX121" fmla="*/ 9958740 w 12192000"/>
              <a:gd name="connsiteY121" fmla="*/ 1952499 h 6858000"/>
              <a:gd name="connsiteX122" fmla="*/ 10064374 w 12192000"/>
              <a:gd name="connsiteY122" fmla="*/ 1916615 h 6858000"/>
              <a:gd name="connsiteX123" fmla="*/ 10113055 w 12192000"/>
              <a:gd name="connsiteY123" fmla="*/ 1865131 h 6858000"/>
              <a:gd name="connsiteX124" fmla="*/ 10055646 w 12192000"/>
              <a:gd name="connsiteY124" fmla="*/ 1822227 h 6858000"/>
              <a:gd name="connsiteX125" fmla="*/ 9800748 w 12192000"/>
              <a:gd name="connsiteY125" fmla="*/ 1720036 h 6858000"/>
              <a:gd name="connsiteX126" fmla="*/ 9938071 w 12192000"/>
              <a:gd name="connsiteY126" fmla="*/ 1634617 h 6858000"/>
              <a:gd name="connsiteX127" fmla="*/ 9220224 w 12192000"/>
              <a:gd name="connsiteY127" fmla="*/ 1231709 h 6858000"/>
              <a:gd name="connsiteX128" fmla="*/ 9133419 w 12192000"/>
              <a:gd name="connsiteY128" fmla="*/ 1170083 h 6858000"/>
              <a:gd name="connsiteX129" fmla="*/ 8672768 w 12192000"/>
              <a:gd name="connsiteY129" fmla="*/ 1020699 h 6858000"/>
              <a:gd name="connsiteX130" fmla="*/ 8198797 w 12192000"/>
              <a:gd name="connsiteY130" fmla="*/ 915000 h 6858000"/>
              <a:gd name="connsiteX131" fmla="*/ 8528095 w 12192000"/>
              <a:gd name="connsiteY131" fmla="*/ 691898 h 6858000"/>
              <a:gd name="connsiteX132" fmla="*/ 8025190 w 12192000"/>
              <a:gd name="connsiteY132" fmla="*/ 640021 h 6858000"/>
              <a:gd name="connsiteX133" fmla="*/ 7976047 w 12192000"/>
              <a:gd name="connsiteY133" fmla="*/ 641584 h 6858000"/>
              <a:gd name="connsiteX134" fmla="*/ 6988604 w 12192000"/>
              <a:gd name="connsiteY134" fmla="*/ 607260 h 6858000"/>
              <a:gd name="connsiteX135" fmla="*/ 5573116 w 12192000"/>
              <a:gd name="connsiteY135" fmla="*/ 493368 h 6858000"/>
              <a:gd name="connsiteX136" fmla="*/ 4401503 w 12192000"/>
              <a:gd name="connsiteY136" fmla="*/ 425112 h 6858000"/>
              <a:gd name="connsiteX137" fmla="*/ 3154109 w 12192000"/>
              <a:gd name="connsiteY137" fmla="*/ 292499 h 6858000"/>
              <a:gd name="connsiteX138" fmla="*/ 3094406 w 12192000"/>
              <a:gd name="connsiteY138" fmla="*/ 283966 h 6858000"/>
              <a:gd name="connsiteX139" fmla="*/ 0 w 12192000"/>
              <a:gd name="connsiteY139" fmla="*/ 0 h 6858000"/>
              <a:gd name="connsiteX140" fmla="*/ 12192000 w 12192000"/>
              <a:gd name="connsiteY140" fmla="*/ 0 h 6858000"/>
              <a:gd name="connsiteX141" fmla="*/ 12192000 w 12192000"/>
              <a:gd name="connsiteY141" fmla="*/ 6858000 h 6858000"/>
              <a:gd name="connsiteX142" fmla="*/ 0 w 12192000"/>
              <a:gd name="connsiteY14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12192000" h="6858000">
                <a:moveTo>
                  <a:pt x="3094406" y="283966"/>
                </a:moveTo>
                <a:cubicBezTo>
                  <a:pt x="3074312" y="283528"/>
                  <a:pt x="3054907" y="288795"/>
                  <a:pt x="3038833" y="309661"/>
                </a:cubicBezTo>
                <a:cubicBezTo>
                  <a:pt x="3124259" y="364657"/>
                  <a:pt x="3233105" y="343983"/>
                  <a:pt x="3348384" y="406000"/>
                </a:cubicBezTo>
                <a:cubicBezTo>
                  <a:pt x="3161001" y="386497"/>
                  <a:pt x="3012653" y="370896"/>
                  <a:pt x="2864309" y="355295"/>
                </a:cubicBezTo>
                <a:cubicBezTo>
                  <a:pt x="2861553" y="366216"/>
                  <a:pt x="2858796" y="377136"/>
                  <a:pt x="2856039" y="388058"/>
                </a:cubicBezTo>
                <a:cubicBezTo>
                  <a:pt x="3045722" y="411070"/>
                  <a:pt x="3221166" y="470356"/>
                  <a:pt x="3405794" y="512089"/>
                </a:cubicBezTo>
                <a:cubicBezTo>
                  <a:pt x="3388799" y="537835"/>
                  <a:pt x="3371808" y="532763"/>
                  <a:pt x="3356651" y="531204"/>
                </a:cubicBezTo>
                <a:cubicBezTo>
                  <a:pt x="3257907" y="521062"/>
                  <a:pt x="3159164" y="510922"/>
                  <a:pt x="3064552" y="483228"/>
                </a:cubicBezTo>
                <a:cubicBezTo>
                  <a:pt x="3043427" y="476987"/>
                  <a:pt x="3017704" y="476987"/>
                  <a:pt x="3005765" y="495708"/>
                </a:cubicBezTo>
                <a:cubicBezTo>
                  <a:pt x="2988771" y="522231"/>
                  <a:pt x="3013113" y="539393"/>
                  <a:pt x="3034700" y="553823"/>
                </a:cubicBezTo>
                <a:cubicBezTo>
                  <a:pt x="3072360" y="578787"/>
                  <a:pt x="3117827" y="571767"/>
                  <a:pt x="3161459" y="576445"/>
                </a:cubicBezTo>
                <a:cubicBezTo>
                  <a:pt x="3277655" y="588537"/>
                  <a:pt x="3333228" y="626370"/>
                  <a:pt x="3358949" y="712961"/>
                </a:cubicBezTo>
                <a:cubicBezTo>
                  <a:pt x="3256987" y="677857"/>
                  <a:pt x="3158703" y="721151"/>
                  <a:pt x="3059960" y="696576"/>
                </a:cubicBezTo>
                <a:cubicBezTo>
                  <a:pt x="3034240" y="690338"/>
                  <a:pt x="2993364" y="699698"/>
                  <a:pt x="3007143" y="729732"/>
                </a:cubicBezTo>
                <a:cubicBezTo>
                  <a:pt x="3020003" y="757814"/>
                  <a:pt x="3062716" y="778096"/>
                  <a:pt x="2986935" y="772635"/>
                </a:cubicBezTo>
                <a:cubicBezTo>
                  <a:pt x="2932740" y="768735"/>
                  <a:pt x="2826647" y="800329"/>
                  <a:pt x="2871197" y="808127"/>
                </a:cubicBezTo>
                <a:cubicBezTo>
                  <a:pt x="2927228" y="817881"/>
                  <a:pt x="2981883" y="831921"/>
                  <a:pt x="3053071" y="847913"/>
                </a:cubicBezTo>
                <a:cubicBezTo>
                  <a:pt x="2974533" y="874043"/>
                  <a:pt x="2918042" y="868584"/>
                  <a:pt x="2858796" y="847913"/>
                </a:cubicBezTo>
                <a:cubicBezTo>
                  <a:pt x="2787150" y="822949"/>
                  <a:pt x="2693916" y="792528"/>
                  <a:pt x="2635588" y="820611"/>
                </a:cubicBezTo>
                <a:cubicBezTo>
                  <a:pt x="2548326" y="862734"/>
                  <a:pt x="2475760" y="836211"/>
                  <a:pt x="2397683" y="829190"/>
                </a:cubicBezTo>
                <a:cubicBezTo>
                  <a:pt x="2238775" y="814759"/>
                  <a:pt x="2081241" y="790576"/>
                  <a:pt x="1921874" y="778877"/>
                </a:cubicBezTo>
                <a:cubicBezTo>
                  <a:pt x="1858036" y="774195"/>
                  <a:pt x="1789143" y="751964"/>
                  <a:pt x="1695450" y="782386"/>
                </a:cubicBezTo>
                <a:cubicBezTo>
                  <a:pt x="2119822" y="938012"/>
                  <a:pt x="2575423" y="928262"/>
                  <a:pt x="2954324" y="1120940"/>
                </a:cubicBezTo>
                <a:cubicBezTo>
                  <a:pt x="2938251" y="1139269"/>
                  <a:pt x="2856502" y="1191535"/>
                  <a:pt x="2890028" y="1195435"/>
                </a:cubicBezTo>
                <a:cubicBezTo>
                  <a:pt x="2984178" y="1206748"/>
                  <a:pt x="3067767" y="1244971"/>
                  <a:pt x="3153652" y="1276563"/>
                </a:cubicBezTo>
                <a:cubicBezTo>
                  <a:pt x="3190855" y="1290216"/>
                  <a:pt x="3235862" y="1308157"/>
                  <a:pt x="3218410" y="1356911"/>
                </a:cubicBezTo>
                <a:cubicBezTo>
                  <a:pt x="3186719" y="1370562"/>
                  <a:pt x="3163296" y="1351451"/>
                  <a:pt x="3137118" y="1349891"/>
                </a:cubicBezTo>
                <a:cubicBezTo>
                  <a:pt x="3110480" y="1348331"/>
                  <a:pt x="3050773" y="1358471"/>
                  <a:pt x="3067309" y="1365102"/>
                </a:cubicBezTo>
                <a:cubicBezTo>
                  <a:pt x="3142629" y="1395136"/>
                  <a:pt x="3007143" y="1467292"/>
                  <a:pt x="3096243" y="1467292"/>
                </a:cubicBezTo>
                <a:cubicBezTo>
                  <a:pt x="3245506" y="1467681"/>
                  <a:pt x="3324961" y="1595613"/>
                  <a:pt x="3468716" y="1599125"/>
                </a:cubicBezTo>
                <a:cubicBezTo>
                  <a:pt x="3491677" y="1599513"/>
                  <a:pt x="3502700" y="1622137"/>
                  <a:pt x="3502241" y="1642029"/>
                </a:cubicBezTo>
                <a:cubicBezTo>
                  <a:pt x="3502241" y="1665822"/>
                  <a:pt x="3481116" y="1670112"/>
                  <a:pt x="3457692" y="1672453"/>
                </a:cubicBezTo>
                <a:cubicBezTo>
                  <a:pt x="3421868" y="1675962"/>
                  <a:pt x="3384667" y="1642029"/>
                  <a:pt x="3337362" y="1688053"/>
                </a:cubicBezTo>
                <a:cubicBezTo>
                  <a:pt x="3422329" y="1714966"/>
                  <a:pt x="3507294" y="1741878"/>
                  <a:pt x="3505915" y="1834318"/>
                </a:cubicBezTo>
                <a:cubicBezTo>
                  <a:pt x="3505457" y="1859279"/>
                  <a:pt x="3540820" y="1868640"/>
                  <a:pt x="3567458" y="1874880"/>
                </a:cubicBezTo>
                <a:cubicBezTo>
                  <a:pt x="3611549" y="1885023"/>
                  <a:pt x="3648750" y="1902965"/>
                  <a:pt x="3672634" y="1937678"/>
                </a:cubicBezTo>
                <a:cubicBezTo>
                  <a:pt x="3672172" y="1944308"/>
                  <a:pt x="3671715" y="1951329"/>
                  <a:pt x="3674470" y="1956789"/>
                </a:cubicBezTo>
                <a:cubicBezTo>
                  <a:pt x="3666664" y="2040646"/>
                  <a:pt x="3602363" y="2038306"/>
                  <a:pt x="3531176" y="2024266"/>
                </a:cubicBezTo>
                <a:cubicBezTo>
                  <a:pt x="3446211" y="2007103"/>
                  <a:pt x="3362164" y="1975900"/>
                  <a:pt x="3272604" y="2005933"/>
                </a:cubicBezTo>
                <a:cubicBezTo>
                  <a:pt x="3398905" y="2046107"/>
                  <a:pt x="3536229" y="2049228"/>
                  <a:pt x="3654720" y="2106564"/>
                </a:cubicBezTo>
                <a:cubicBezTo>
                  <a:pt x="3221166" y="2117095"/>
                  <a:pt x="2838130" y="1936116"/>
                  <a:pt x="2417892" y="1866690"/>
                </a:cubicBezTo>
                <a:cubicBezTo>
                  <a:pt x="2432130" y="1913105"/>
                  <a:pt x="2466114" y="1922465"/>
                  <a:pt x="2496888" y="1929487"/>
                </a:cubicBezTo>
                <a:cubicBezTo>
                  <a:pt x="2652123" y="1964590"/>
                  <a:pt x="2788067" y="2034408"/>
                  <a:pt x="2929526" y="2094862"/>
                </a:cubicBezTo>
                <a:cubicBezTo>
                  <a:pt x="2987851" y="2119825"/>
                  <a:pt x="3030106" y="2144789"/>
                  <a:pt x="3052152" y="2198613"/>
                </a:cubicBezTo>
                <a:cubicBezTo>
                  <a:pt x="3071903" y="2247367"/>
                  <a:pt x="3110021" y="2269990"/>
                  <a:pt x="3180748" y="2255948"/>
                </a:cubicBezTo>
                <a:cubicBezTo>
                  <a:pt x="3238157" y="2244246"/>
                  <a:pt x="3301078" y="2250487"/>
                  <a:pt x="3361244" y="2254777"/>
                </a:cubicBezTo>
                <a:cubicBezTo>
                  <a:pt x="3430596" y="2259459"/>
                  <a:pt x="3508213" y="2314455"/>
                  <a:pt x="3489382" y="2342926"/>
                </a:cubicBezTo>
                <a:cubicBezTo>
                  <a:pt x="3457233" y="2391292"/>
                  <a:pt x="3403498" y="2367110"/>
                  <a:pt x="3355733" y="2361649"/>
                </a:cubicBezTo>
                <a:cubicBezTo>
                  <a:pt x="3301537" y="2355018"/>
                  <a:pt x="3200957" y="2341367"/>
                  <a:pt x="3199121" y="2347216"/>
                </a:cubicBezTo>
                <a:cubicBezTo>
                  <a:pt x="3163754" y="2468518"/>
                  <a:pt x="2914827" y="2362819"/>
                  <a:pt x="2861091" y="2351896"/>
                </a:cubicBezTo>
                <a:cubicBezTo>
                  <a:pt x="2794038" y="2338245"/>
                  <a:pt x="2731116" y="2363208"/>
                  <a:pt x="2667278" y="2369058"/>
                </a:cubicBezTo>
                <a:cubicBezTo>
                  <a:pt x="2610328" y="2374518"/>
                  <a:pt x="2288376" y="2391292"/>
                  <a:pt x="2221781" y="2339805"/>
                </a:cubicBezTo>
                <a:cubicBezTo>
                  <a:pt x="2212595" y="2379978"/>
                  <a:pt x="2231884" y="2396361"/>
                  <a:pt x="2247961" y="2414693"/>
                </a:cubicBezTo>
                <a:cubicBezTo>
                  <a:pt x="2270465" y="2440824"/>
                  <a:pt x="2274138" y="2459157"/>
                  <a:pt x="2231425" y="2479828"/>
                </a:cubicBezTo>
                <a:cubicBezTo>
                  <a:pt x="2109717" y="2539115"/>
                  <a:pt x="2111557" y="2541065"/>
                  <a:pt x="2224996" y="2621414"/>
                </a:cubicBezTo>
                <a:cubicBezTo>
                  <a:pt x="2230509" y="2624923"/>
                  <a:pt x="2228211" y="2636624"/>
                  <a:pt x="2229131" y="2644426"/>
                </a:cubicBezTo>
                <a:cubicBezTo>
                  <a:pt x="2199276" y="2656906"/>
                  <a:pt x="2164373" y="2625703"/>
                  <a:pt x="2129466" y="2659247"/>
                </a:cubicBezTo>
                <a:cubicBezTo>
                  <a:pt x="2281487" y="2806680"/>
                  <a:pt x="2513421" y="2842953"/>
                  <a:pt x="2723312" y="2953726"/>
                </a:cubicBezTo>
                <a:cubicBezTo>
                  <a:pt x="2553377" y="2990389"/>
                  <a:pt x="2451419" y="2862456"/>
                  <a:pt x="2326496" y="2878838"/>
                </a:cubicBezTo>
                <a:cubicBezTo>
                  <a:pt x="2264036" y="2919012"/>
                  <a:pt x="2449582" y="2983367"/>
                  <a:pt x="2272759" y="3002480"/>
                </a:cubicBezTo>
                <a:cubicBezTo>
                  <a:pt x="2349461" y="3037583"/>
                  <a:pt x="2406411" y="3071905"/>
                  <a:pt x="2459226" y="3112471"/>
                </a:cubicBezTo>
                <a:cubicBezTo>
                  <a:pt x="2553377" y="3185016"/>
                  <a:pt x="2571749" y="3232602"/>
                  <a:pt x="2528117" y="3330111"/>
                </a:cubicBezTo>
                <a:cubicBezTo>
                  <a:pt x="2499642" y="3394076"/>
                  <a:pt x="2457848" y="3452973"/>
                  <a:pt x="2494590" y="3529029"/>
                </a:cubicBezTo>
                <a:cubicBezTo>
                  <a:pt x="2520308" y="3581294"/>
                  <a:pt x="2510206" y="3615617"/>
                  <a:pt x="2414677" y="3592215"/>
                </a:cubicBezTo>
                <a:cubicBezTo>
                  <a:pt x="2311799" y="3567251"/>
                  <a:pt x="2273221" y="3614057"/>
                  <a:pt x="2298940" y="3705716"/>
                </a:cubicBezTo>
                <a:cubicBezTo>
                  <a:pt x="2315473" y="3764612"/>
                  <a:pt x="2298020" y="3782553"/>
                  <a:pt x="2227294" y="3775921"/>
                </a:cubicBezTo>
                <a:cubicBezTo>
                  <a:pt x="2149215" y="3768512"/>
                  <a:pt x="2074811" y="3729898"/>
                  <a:pt x="1978366" y="3748620"/>
                </a:cubicBezTo>
                <a:cubicBezTo>
                  <a:pt x="2055522" y="3855492"/>
                  <a:pt x="2220403" y="3825068"/>
                  <a:pt x="2310421" y="3926868"/>
                </a:cubicBezTo>
                <a:cubicBezTo>
                  <a:pt x="2202950" y="3927259"/>
                  <a:pt x="2120739" y="3926868"/>
                  <a:pt x="2041285" y="3904635"/>
                </a:cubicBezTo>
                <a:cubicBezTo>
                  <a:pt x="2008216" y="3895664"/>
                  <a:pt x="1971934" y="3886305"/>
                  <a:pt x="1953565" y="3917116"/>
                </a:cubicBezTo>
                <a:cubicBezTo>
                  <a:pt x="1931978" y="3954170"/>
                  <a:pt x="1976527" y="3968211"/>
                  <a:pt x="2003623" y="3974842"/>
                </a:cubicBezTo>
                <a:cubicBezTo>
                  <a:pt x="2079866" y="3993563"/>
                  <a:pt x="2138192" y="4038028"/>
                  <a:pt x="2201114" y="4072742"/>
                </a:cubicBezTo>
                <a:cubicBezTo>
                  <a:pt x="2339356" y="4148800"/>
                  <a:pt x="2490917" y="4212375"/>
                  <a:pt x="2608032" y="4337967"/>
                </a:cubicBezTo>
                <a:cubicBezTo>
                  <a:pt x="2460606" y="4305983"/>
                  <a:pt x="2350838" y="4231487"/>
                  <a:pt x="2213973" y="4216277"/>
                </a:cubicBezTo>
                <a:cubicBezTo>
                  <a:pt x="2332467" y="4330557"/>
                  <a:pt x="2484945" y="4405834"/>
                  <a:pt x="2629158" y="4488911"/>
                </a:cubicBezTo>
                <a:cubicBezTo>
                  <a:pt x="2670494" y="4512315"/>
                  <a:pt x="2712289" y="4528306"/>
                  <a:pt x="2721471" y="4579399"/>
                </a:cubicBezTo>
                <a:cubicBezTo>
                  <a:pt x="2739385" y="4678470"/>
                  <a:pt x="2793121" y="4760378"/>
                  <a:pt x="2907939" y="4804062"/>
                </a:cubicBezTo>
                <a:cubicBezTo>
                  <a:pt x="2908859" y="4804452"/>
                  <a:pt x="2902428" y="4819274"/>
                  <a:pt x="2898753" y="4829414"/>
                </a:cubicBezTo>
                <a:cubicBezTo>
                  <a:pt x="2828485" y="4832536"/>
                  <a:pt x="2772912" y="4774028"/>
                  <a:pt x="2683352" y="4793141"/>
                </a:cubicBezTo>
                <a:cubicBezTo>
                  <a:pt x="2769239" y="4872708"/>
                  <a:pt x="2840885" y="4944087"/>
                  <a:pt x="2962594" y="4981920"/>
                </a:cubicBezTo>
                <a:cubicBezTo>
                  <a:pt x="3059960" y="5011952"/>
                  <a:pt x="3180289" y="5029503"/>
                  <a:pt x="3251019" y="5127012"/>
                </a:cubicBezTo>
                <a:cubicBezTo>
                  <a:pt x="3168808" y="5146126"/>
                  <a:pt x="3107723" y="5121944"/>
                  <a:pt x="3046180" y="5104781"/>
                </a:cubicBezTo>
                <a:cubicBezTo>
                  <a:pt x="2952030" y="5078258"/>
                  <a:pt x="2858796" y="5048226"/>
                  <a:pt x="2764646" y="5021703"/>
                </a:cubicBezTo>
                <a:cubicBezTo>
                  <a:pt x="2728821" y="5011563"/>
                  <a:pt x="2689782" y="5004540"/>
                  <a:pt x="2666820" y="5052905"/>
                </a:cubicBezTo>
                <a:cubicBezTo>
                  <a:pt x="2786691" y="5063047"/>
                  <a:pt x="2858337" y="5128575"/>
                  <a:pt x="2933657" y="5190198"/>
                </a:cubicBezTo>
                <a:cubicBezTo>
                  <a:pt x="2975911" y="5224912"/>
                  <a:pt x="3010358" y="5271328"/>
                  <a:pt x="3086598" y="5253776"/>
                </a:cubicBezTo>
                <a:cubicBezTo>
                  <a:pt x="3126554" y="5244415"/>
                  <a:pt x="3151814" y="5270547"/>
                  <a:pt x="3147680" y="5302531"/>
                </a:cubicBezTo>
                <a:cubicBezTo>
                  <a:pt x="3132525" y="5415251"/>
                  <a:pt x="3225759" y="5454645"/>
                  <a:pt x="3322204" y="5476487"/>
                </a:cubicBezTo>
                <a:cubicBezTo>
                  <a:pt x="3504998" y="5517440"/>
                  <a:pt x="3657018" y="5613779"/>
                  <a:pt x="3834758" y="5666434"/>
                </a:cubicBezTo>
                <a:cubicBezTo>
                  <a:pt x="4007445" y="5717529"/>
                  <a:pt x="4141095" y="5838830"/>
                  <a:pt x="4314240" y="5902409"/>
                </a:cubicBezTo>
                <a:cubicBezTo>
                  <a:pt x="4439624" y="5948433"/>
                  <a:pt x="4559494" y="6007718"/>
                  <a:pt x="4688552" y="6049453"/>
                </a:cubicBezTo>
                <a:cubicBezTo>
                  <a:pt x="4993968" y="6148131"/>
                  <a:pt x="5305360" y="6227308"/>
                  <a:pt x="5634660" y="6238620"/>
                </a:cubicBezTo>
                <a:cubicBezTo>
                  <a:pt x="5906549" y="6247590"/>
                  <a:pt x="8264931" y="6239010"/>
                  <a:pt x="9222980" y="4955397"/>
                </a:cubicBezTo>
                <a:cubicBezTo>
                  <a:pt x="9241350" y="4949155"/>
                  <a:pt x="9262017" y="4932775"/>
                  <a:pt x="9268448" y="4917173"/>
                </a:cubicBezTo>
                <a:cubicBezTo>
                  <a:pt x="9299220" y="4844235"/>
                  <a:pt x="9374540" y="4812644"/>
                  <a:pt x="9442512" y="4773251"/>
                </a:cubicBezTo>
                <a:cubicBezTo>
                  <a:pt x="9502220" y="4738536"/>
                  <a:pt x="9565600" y="4702263"/>
                  <a:pt x="9590400" y="4643756"/>
                </a:cubicBezTo>
                <a:cubicBezTo>
                  <a:pt x="9623008" y="4565749"/>
                  <a:pt x="9530236" y="4629716"/>
                  <a:pt x="9513242" y="4600073"/>
                </a:cubicBezTo>
                <a:cubicBezTo>
                  <a:pt x="9548605" y="4559509"/>
                  <a:pt x="9603261" y="4522454"/>
                  <a:pt x="9617498" y="4476430"/>
                </a:cubicBezTo>
                <a:cubicBezTo>
                  <a:pt x="9669394" y="4310276"/>
                  <a:pt x="9781460" y="4189364"/>
                  <a:pt x="9949094" y="4095364"/>
                </a:cubicBezTo>
                <a:cubicBezTo>
                  <a:pt x="9997318" y="4068452"/>
                  <a:pt x="10029007" y="4019306"/>
                  <a:pt x="10094686" y="4011507"/>
                </a:cubicBezTo>
                <a:cubicBezTo>
                  <a:pt x="10240735" y="3994345"/>
                  <a:pt x="10194808" y="3860171"/>
                  <a:pt x="10271967" y="3800497"/>
                </a:cubicBezTo>
                <a:cubicBezTo>
                  <a:pt x="10286662" y="3789184"/>
                  <a:pt x="10299980" y="3766953"/>
                  <a:pt x="10297226" y="3751742"/>
                </a:cubicBezTo>
                <a:cubicBezTo>
                  <a:pt x="10293091" y="3729898"/>
                  <a:pt x="10275639" y="3709227"/>
                  <a:pt x="10260943" y="3689723"/>
                </a:cubicBezTo>
                <a:cubicBezTo>
                  <a:pt x="10245786" y="3670222"/>
                  <a:pt x="10222825" y="3653061"/>
                  <a:pt x="10233847" y="3627319"/>
                </a:cubicBezTo>
                <a:cubicBezTo>
                  <a:pt x="10238437" y="3616788"/>
                  <a:pt x="10235225" y="3580125"/>
                  <a:pt x="10269209" y="3608986"/>
                </a:cubicBezTo>
                <a:cubicBezTo>
                  <a:pt x="10362443" y="3688165"/>
                  <a:pt x="10416637" y="3613279"/>
                  <a:pt x="10496550" y="3577393"/>
                </a:cubicBezTo>
                <a:cubicBezTo>
                  <a:pt x="10432253" y="3540340"/>
                  <a:pt x="10374383" y="3514208"/>
                  <a:pt x="10364738" y="3458823"/>
                </a:cubicBezTo>
                <a:cubicBezTo>
                  <a:pt x="10344991" y="3344542"/>
                  <a:pt x="10260485" y="3292277"/>
                  <a:pt x="10132346" y="3282137"/>
                </a:cubicBezTo>
                <a:cubicBezTo>
                  <a:pt x="10179650" y="3171757"/>
                  <a:pt x="10179650" y="3171757"/>
                  <a:pt x="10026712" y="3156543"/>
                </a:cubicBezTo>
                <a:cubicBezTo>
                  <a:pt x="10085499" y="3086337"/>
                  <a:pt x="10085499" y="3068396"/>
                  <a:pt x="10014312" y="3044213"/>
                </a:cubicBezTo>
                <a:cubicBezTo>
                  <a:pt x="9945880" y="3021201"/>
                  <a:pt x="9870100" y="3013401"/>
                  <a:pt x="9806718" y="2977907"/>
                </a:cubicBezTo>
                <a:cubicBezTo>
                  <a:pt x="9865047" y="2888199"/>
                  <a:pt x="9881580" y="2784060"/>
                  <a:pt x="10001912" y="2740374"/>
                </a:cubicBezTo>
                <a:cubicBezTo>
                  <a:pt x="10020741" y="2733743"/>
                  <a:pt x="10033600" y="2706830"/>
                  <a:pt x="10021662" y="2691231"/>
                </a:cubicBezTo>
                <a:cubicBezTo>
                  <a:pt x="9978030" y="2634675"/>
                  <a:pt x="10040492" y="2527414"/>
                  <a:pt x="9904546" y="2515322"/>
                </a:cubicBezTo>
                <a:cubicBezTo>
                  <a:pt x="9887552" y="2514152"/>
                  <a:pt x="9871936" y="2502450"/>
                  <a:pt x="9885256" y="2487240"/>
                </a:cubicBezTo>
                <a:cubicBezTo>
                  <a:pt x="9931184" y="2434196"/>
                  <a:pt x="9875611" y="2437706"/>
                  <a:pt x="9842085" y="2431074"/>
                </a:cubicBezTo>
                <a:cubicBezTo>
                  <a:pt x="9801668" y="2422884"/>
                  <a:pt x="9755740" y="2446287"/>
                  <a:pt x="9718078" y="2417424"/>
                </a:cubicBezTo>
                <a:cubicBezTo>
                  <a:pt x="9726806" y="2386999"/>
                  <a:pt x="9759413" y="2387390"/>
                  <a:pt x="9782378" y="2377641"/>
                </a:cubicBezTo>
                <a:cubicBezTo>
                  <a:pt x="9849430" y="2349558"/>
                  <a:pt x="9904086" y="2316013"/>
                  <a:pt x="9907302" y="2243078"/>
                </a:cubicBezTo>
                <a:cubicBezTo>
                  <a:pt x="9909596" y="2184182"/>
                  <a:pt x="9916946" y="2132305"/>
                  <a:pt x="9824171" y="2114365"/>
                </a:cubicBezTo>
                <a:cubicBezTo>
                  <a:pt x="9785593" y="2106953"/>
                  <a:pt x="9796616" y="2064440"/>
                  <a:pt x="9818662" y="2043377"/>
                </a:cubicBezTo>
                <a:cubicBezTo>
                  <a:pt x="9858160" y="2005933"/>
                  <a:pt x="9890766" y="1956008"/>
                  <a:pt x="9958740" y="1952499"/>
                </a:cubicBezTo>
                <a:cubicBezTo>
                  <a:pt x="10000075" y="1950158"/>
                  <a:pt x="10031764" y="1934556"/>
                  <a:pt x="10064374" y="1916615"/>
                </a:cubicBezTo>
                <a:cubicBezTo>
                  <a:pt x="10087795" y="1903743"/>
                  <a:pt x="10115810" y="1892823"/>
                  <a:pt x="10113055" y="1865131"/>
                </a:cubicBezTo>
                <a:cubicBezTo>
                  <a:pt x="10110302" y="1838607"/>
                  <a:pt x="10083203" y="1827686"/>
                  <a:pt x="10055646" y="1822227"/>
                </a:cubicBezTo>
                <a:cubicBezTo>
                  <a:pt x="9963792" y="1804675"/>
                  <a:pt x="9877448" y="1778933"/>
                  <a:pt x="9800748" y="1720036"/>
                </a:cubicBezTo>
                <a:cubicBezTo>
                  <a:pt x="9851726" y="1688834"/>
                  <a:pt x="9900410" y="1666211"/>
                  <a:pt x="9938071" y="1634617"/>
                </a:cubicBezTo>
                <a:cubicBezTo>
                  <a:pt x="10029007" y="1558172"/>
                  <a:pt x="9258802" y="1317517"/>
                  <a:pt x="9220224" y="1231709"/>
                </a:cubicBezTo>
                <a:cubicBezTo>
                  <a:pt x="9208284" y="1205187"/>
                  <a:pt x="9167410" y="1177883"/>
                  <a:pt x="9133419" y="1170083"/>
                </a:cubicBezTo>
                <a:cubicBezTo>
                  <a:pt x="8974052" y="1133420"/>
                  <a:pt x="8835810" y="1051123"/>
                  <a:pt x="8672768" y="1020699"/>
                </a:cubicBezTo>
                <a:cubicBezTo>
                  <a:pt x="8518912" y="991837"/>
                  <a:pt x="8367350" y="953222"/>
                  <a:pt x="8198797" y="915000"/>
                </a:cubicBezTo>
                <a:cubicBezTo>
                  <a:pt x="8302134" y="819048"/>
                  <a:pt x="8485382" y="830361"/>
                  <a:pt x="8528095" y="691898"/>
                </a:cubicBezTo>
                <a:cubicBezTo>
                  <a:pt x="8361379" y="656013"/>
                  <a:pt x="8185937" y="696968"/>
                  <a:pt x="8025190" y="640021"/>
                </a:cubicBezTo>
                <a:cubicBezTo>
                  <a:pt x="8011411" y="634954"/>
                  <a:pt x="7992579" y="640021"/>
                  <a:pt x="7976047" y="641584"/>
                </a:cubicBezTo>
                <a:cubicBezTo>
                  <a:pt x="7644909" y="672005"/>
                  <a:pt x="7315149" y="645484"/>
                  <a:pt x="6988604" y="607260"/>
                </a:cubicBezTo>
                <a:cubicBezTo>
                  <a:pt x="6518305" y="552656"/>
                  <a:pt x="6046170" y="517941"/>
                  <a:pt x="5573116" y="493368"/>
                </a:cubicBezTo>
                <a:cubicBezTo>
                  <a:pt x="5182272" y="473086"/>
                  <a:pt x="4790511" y="464116"/>
                  <a:pt x="4401503" y="425112"/>
                </a:cubicBezTo>
                <a:cubicBezTo>
                  <a:pt x="3985401" y="383379"/>
                  <a:pt x="3569756" y="336184"/>
                  <a:pt x="3154109" y="292499"/>
                </a:cubicBezTo>
                <a:cubicBezTo>
                  <a:pt x="3135280" y="290549"/>
                  <a:pt x="3114499" y="284406"/>
                  <a:pt x="3094406" y="283966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UTUC | About the Urinary Tract">
            <a:extLst>
              <a:ext uri="{FF2B5EF4-FFF2-40B4-BE49-F238E27FC236}">
                <a16:creationId xmlns:a16="http://schemas.microsoft.com/office/drawing/2014/main" id="{3A60EE35-92E7-E235-8D3A-F2560D218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40798" y="1201003"/>
            <a:ext cx="4570846" cy="4107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3795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agram of a diagram showing the internal organs of a kidney&#10;&#10;AI-generated content may be incorrect.">
            <a:extLst>
              <a:ext uri="{FF2B5EF4-FFF2-40B4-BE49-F238E27FC236}">
                <a16:creationId xmlns:a16="http://schemas.microsoft.com/office/drawing/2014/main" id="{E17A064D-D81B-4450-012F-B6C2A5C23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84613" y="643467"/>
            <a:ext cx="6022774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A1AB326-45ED-B138-98B5-93BD39182292}"/>
              </a:ext>
            </a:extLst>
          </p:cNvPr>
          <p:cNvCxnSpPr/>
          <p:nvPr/>
        </p:nvCxnSpPr>
        <p:spPr>
          <a:xfrm flipH="1" flipV="1">
            <a:off x="6865257" y="1103086"/>
            <a:ext cx="442686" cy="7982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1CBFB5E-B905-2909-7621-896F399BA582}"/>
              </a:ext>
            </a:extLst>
          </p:cNvPr>
          <p:cNvSpPr txBox="1"/>
          <p:nvPr/>
        </p:nvSpPr>
        <p:spPr>
          <a:xfrm>
            <a:off x="6234621" y="900895"/>
            <a:ext cx="953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Bowman’s capsule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C6AEDD-7180-5373-3906-67FA5E6A9AD7}"/>
              </a:ext>
            </a:extLst>
          </p:cNvPr>
          <p:cNvSpPr txBox="1"/>
          <p:nvPr/>
        </p:nvSpPr>
        <p:spPr>
          <a:xfrm>
            <a:off x="8048171" y="1194451"/>
            <a:ext cx="17997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Proximal Convoluted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148F47-B482-3245-BD4C-BADD8FE0B120}"/>
              </a:ext>
            </a:extLst>
          </p:cNvPr>
          <p:cNvSpPr txBox="1"/>
          <p:nvPr/>
        </p:nvSpPr>
        <p:spPr>
          <a:xfrm>
            <a:off x="6626751" y="3744686"/>
            <a:ext cx="1023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Loop of Henle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2C1AB8-1500-A261-C60E-3E9AC6BF826C}"/>
              </a:ext>
            </a:extLst>
          </p:cNvPr>
          <p:cNvCxnSpPr/>
          <p:nvPr/>
        </p:nvCxnSpPr>
        <p:spPr>
          <a:xfrm>
            <a:off x="7177314" y="4042229"/>
            <a:ext cx="69668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BC68E00-0F25-BF2D-1F02-E991538C7A5A}"/>
              </a:ext>
            </a:extLst>
          </p:cNvPr>
          <p:cNvSpPr txBox="1"/>
          <p:nvPr/>
        </p:nvSpPr>
        <p:spPr>
          <a:xfrm>
            <a:off x="8171543" y="1634857"/>
            <a:ext cx="1748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Distal Convoluted Tubule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59E163A-13BE-8F59-3F05-AA518C9BAD53}"/>
              </a:ext>
            </a:extLst>
          </p:cNvPr>
          <p:cNvCxnSpPr>
            <a:cxnSpLocks/>
          </p:cNvCxnSpPr>
          <p:nvPr/>
        </p:nvCxnSpPr>
        <p:spPr>
          <a:xfrm flipH="1">
            <a:off x="8200572" y="2096522"/>
            <a:ext cx="87085" cy="2620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590E23E-D9B4-5BE1-91B9-774F318571A4}"/>
              </a:ext>
            </a:extLst>
          </p:cNvPr>
          <p:cNvSpPr txBox="1"/>
          <p:nvPr/>
        </p:nvSpPr>
        <p:spPr>
          <a:xfrm>
            <a:off x="9637812" y="1177894"/>
            <a:ext cx="1400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Electrolytes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601B76-75EA-42CA-BAD0-355A5B13BE34}"/>
              </a:ext>
            </a:extLst>
          </p:cNvPr>
          <p:cNvSpPr txBox="1"/>
          <p:nvPr/>
        </p:nvSpPr>
        <p:spPr>
          <a:xfrm>
            <a:off x="6386449" y="4097594"/>
            <a:ext cx="1400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Water, Na, urea, Cl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ADBA81-FA5F-B6AE-4FD0-69D349AC8458}"/>
              </a:ext>
            </a:extLst>
          </p:cNvPr>
          <p:cNvSpPr txBox="1"/>
          <p:nvPr/>
        </p:nvSpPr>
        <p:spPr>
          <a:xfrm>
            <a:off x="9136416" y="1773356"/>
            <a:ext cx="2042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ADH/aldosterone act here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FF1EEE-1A53-6E63-E45F-84029A9DC8AC}"/>
              </a:ext>
            </a:extLst>
          </p:cNvPr>
          <p:cNvSpPr txBox="1"/>
          <p:nvPr/>
        </p:nvSpPr>
        <p:spPr>
          <a:xfrm>
            <a:off x="5926600" y="1734884"/>
            <a:ext cx="1400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Renin made here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17C29E-76CC-49CF-A8A1-51BCB4BEDB1B}"/>
              </a:ext>
            </a:extLst>
          </p:cNvPr>
          <p:cNvSpPr txBox="1"/>
          <p:nvPr/>
        </p:nvSpPr>
        <p:spPr>
          <a:xfrm>
            <a:off x="2691731" y="993228"/>
            <a:ext cx="1400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Renal pelvis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8BE6B46-2B32-9295-C79F-182816052B28}"/>
              </a:ext>
            </a:extLst>
          </p:cNvPr>
          <p:cNvCxnSpPr>
            <a:cxnSpLocks/>
          </p:cNvCxnSpPr>
          <p:nvPr/>
        </p:nvCxnSpPr>
        <p:spPr>
          <a:xfrm flipH="1" flipV="1">
            <a:off x="3697679" y="1385174"/>
            <a:ext cx="961407" cy="12128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B5CC64A-F260-1D88-8A70-211B18C01097}"/>
              </a:ext>
            </a:extLst>
          </p:cNvPr>
          <p:cNvSpPr txBox="1"/>
          <p:nvPr/>
        </p:nvSpPr>
        <p:spPr>
          <a:xfrm>
            <a:off x="1991580" y="3606186"/>
            <a:ext cx="1400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Renal calyx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F5A43FC-659E-277D-01B6-90CC71AA3CA2}"/>
              </a:ext>
            </a:extLst>
          </p:cNvPr>
          <p:cNvCxnSpPr>
            <a:cxnSpLocks/>
          </p:cNvCxnSpPr>
          <p:nvPr/>
        </p:nvCxnSpPr>
        <p:spPr>
          <a:xfrm flipH="1">
            <a:off x="3279254" y="2885089"/>
            <a:ext cx="1625555" cy="9201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8804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5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4" descr="Renin Angiotensin Aldosterone System - MEDizzy">
            <a:extLst>
              <a:ext uri="{FF2B5EF4-FFF2-40B4-BE49-F238E27FC236}">
                <a16:creationId xmlns:a16="http://schemas.microsoft.com/office/drawing/2014/main" id="{5D0921DD-E55A-3551-F291-0AE3A6D8B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89020" y="643467"/>
            <a:ext cx="5013959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1189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D06D1-1C33-4DFA-B7B4-D5C4FC988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F2E4D8-EB39-DB52-F8A1-99F4C3354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74819"/>
            <a:ext cx="6143625" cy="28583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Urinalysis (UA) Components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D4251-BEDA-3C2A-01A1-A758ED1B2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22765" y="2049272"/>
            <a:ext cx="6147335" cy="3967820"/>
          </a:xfrm>
        </p:spPr>
        <p:txBody>
          <a:bodyPr vert="horz" lIns="91440" tIns="45720" rIns="91440" bIns="45720" rtlCol="0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Appearance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Blood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Ketones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Bacteria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Glucose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Specific Gravity 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F38C4C7-BA32-4EA2-AC81-B4CB9A0CD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48048" y="0"/>
            <a:ext cx="4543952" cy="6858000"/>
          </a:xfrm>
          <a:custGeom>
            <a:avLst/>
            <a:gdLst>
              <a:gd name="connsiteX0" fmla="*/ 328959 w 4543952"/>
              <a:gd name="connsiteY0" fmla="*/ 6564619 h 6858000"/>
              <a:gd name="connsiteX1" fmla="*/ 306480 w 4543952"/>
              <a:gd name="connsiteY1" fmla="*/ 6588624 h 6858000"/>
              <a:gd name="connsiteX2" fmla="*/ 289858 w 4543952"/>
              <a:gd name="connsiteY2" fmla="*/ 6625223 h 6858000"/>
              <a:gd name="connsiteX3" fmla="*/ 289858 w 4543952"/>
              <a:gd name="connsiteY3" fmla="*/ 6625224 h 6858000"/>
              <a:gd name="connsiteX4" fmla="*/ 289870 w 4543952"/>
              <a:gd name="connsiteY4" fmla="*/ 6645551 h 6858000"/>
              <a:gd name="connsiteX5" fmla="*/ 296953 w 4543952"/>
              <a:gd name="connsiteY5" fmla="*/ 6662539 h 6858000"/>
              <a:gd name="connsiteX6" fmla="*/ 296953 w 4543952"/>
              <a:gd name="connsiteY6" fmla="*/ 6662541 h 6858000"/>
              <a:gd name="connsiteX7" fmla="*/ 296954 w 4543952"/>
              <a:gd name="connsiteY7" fmla="*/ 6662543 h 6858000"/>
              <a:gd name="connsiteX8" fmla="*/ 311551 w 4543952"/>
              <a:gd name="connsiteY8" fmla="*/ 6702975 h 6858000"/>
              <a:gd name="connsiteX9" fmla="*/ 297715 w 4543952"/>
              <a:gd name="connsiteY9" fmla="*/ 6742551 h 6858000"/>
              <a:gd name="connsiteX10" fmla="*/ 297714 w 4543952"/>
              <a:gd name="connsiteY10" fmla="*/ 6742554 h 6858000"/>
              <a:gd name="connsiteX11" fmla="*/ 283011 w 4543952"/>
              <a:gd name="connsiteY11" fmla="*/ 6776799 h 6858000"/>
              <a:gd name="connsiteX12" fmla="*/ 278238 w 4543952"/>
              <a:gd name="connsiteY12" fmla="*/ 6812061 h 6858000"/>
              <a:gd name="connsiteX13" fmla="*/ 278237 w 4543952"/>
              <a:gd name="connsiteY13" fmla="*/ 6812062 h 6858000"/>
              <a:gd name="connsiteX14" fmla="*/ 278237 w 4543952"/>
              <a:gd name="connsiteY14" fmla="*/ 6812063 h 6858000"/>
              <a:gd name="connsiteX15" fmla="*/ 278238 w 4543952"/>
              <a:gd name="connsiteY15" fmla="*/ 6812061 h 6858000"/>
              <a:gd name="connsiteX16" fmla="*/ 297714 w 4543952"/>
              <a:gd name="connsiteY16" fmla="*/ 6742554 h 6858000"/>
              <a:gd name="connsiteX17" fmla="*/ 297715 w 4543952"/>
              <a:gd name="connsiteY17" fmla="*/ 6742552 h 6858000"/>
              <a:gd name="connsiteX18" fmla="*/ 311551 w 4543952"/>
              <a:gd name="connsiteY18" fmla="*/ 6702976 h 6858000"/>
              <a:gd name="connsiteX19" fmla="*/ 311551 w 4543952"/>
              <a:gd name="connsiteY19" fmla="*/ 6702975 h 6858000"/>
              <a:gd name="connsiteX20" fmla="*/ 308405 w 4543952"/>
              <a:gd name="connsiteY20" fmla="*/ 6683026 h 6858000"/>
              <a:gd name="connsiteX21" fmla="*/ 296954 w 4543952"/>
              <a:gd name="connsiteY21" fmla="*/ 6662543 h 6858000"/>
              <a:gd name="connsiteX22" fmla="*/ 296953 w 4543952"/>
              <a:gd name="connsiteY22" fmla="*/ 6662540 h 6858000"/>
              <a:gd name="connsiteX23" fmla="*/ 296953 w 4543952"/>
              <a:gd name="connsiteY23" fmla="*/ 6662539 h 6858000"/>
              <a:gd name="connsiteX24" fmla="*/ 289858 w 4543952"/>
              <a:gd name="connsiteY24" fmla="*/ 6625224 h 6858000"/>
              <a:gd name="connsiteX25" fmla="*/ 306480 w 4543952"/>
              <a:gd name="connsiteY25" fmla="*/ 6588625 h 6858000"/>
              <a:gd name="connsiteX26" fmla="*/ 328959 w 4543952"/>
              <a:gd name="connsiteY26" fmla="*/ 6564620 h 6858000"/>
              <a:gd name="connsiteX27" fmla="*/ 248638 w 4543952"/>
              <a:gd name="connsiteY27" fmla="*/ 6438980 h 6858000"/>
              <a:gd name="connsiteX28" fmla="*/ 268569 w 4543952"/>
              <a:gd name="connsiteY28" fmla="*/ 6463840 h 6858000"/>
              <a:gd name="connsiteX29" fmla="*/ 268572 w 4543952"/>
              <a:gd name="connsiteY29" fmla="*/ 6463848 h 6858000"/>
              <a:gd name="connsiteX30" fmla="*/ 279556 w 4543952"/>
              <a:gd name="connsiteY30" fmla="*/ 6508051 h 6858000"/>
              <a:gd name="connsiteX31" fmla="*/ 282367 w 4543952"/>
              <a:gd name="connsiteY31" fmla="*/ 6513011 h 6858000"/>
              <a:gd name="connsiteX32" fmla="*/ 284834 w 4543952"/>
              <a:gd name="connsiteY32" fmla="*/ 6521803 h 6858000"/>
              <a:gd name="connsiteX33" fmla="*/ 301172 w 4543952"/>
              <a:gd name="connsiteY33" fmla="*/ 6546194 h 6858000"/>
              <a:gd name="connsiteX34" fmla="*/ 301172 w 4543952"/>
              <a:gd name="connsiteY34" fmla="*/ 6546193 h 6858000"/>
              <a:gd name="connsiteX35" fmla="*/ 282367 w 4543952"/>
              <a:gd name="connsiteY35" fmla="*/ 6513011 h 6858000"/>
              <a:gd name="connsiteX36" fmla="*/ 268572 w 4543952"/>
              <a:gd name="connsiteY36" fmla="*/ 6463848 h 6858000"/>
              <a:gd name="connsiteX37" fmla="*/ 268569 w 4543952"/>
              <a:gd name="connsiteY37" fmla="*/ 6463839 h 6858000"/>
              <a:gd name="connsiteX38" fmla="*/ 166047 w 4543952"/>
              <a:gd name="connsiteY38" fmla="*/ 6392242 h 6858000"/>
              <a:gd name="connsiteX39" fmla="*/ 173364 w 4543952"/>
              <a:gd name="connsiteY39" fmla="*/ 6407332 h 6858000"/>
              <a:gd name="connsiteX40" fmla="*/ 173364 w 4543952"/>
              <a:gd name="connsiteY40" fmla="*/ 6407331 h 6858000"/>
              <a:gd name="connsiteX41" fmla="*/ 401733 w 4543952"/>
              <a:gd name="connsiteY41" fmla="*/ 4221390 h 6858000"/>
              <a:gd name="connsiteX42" fmla="*/ 396017 w 4543952"/>
              <a:gd name="connsiteY42" fmla="*/ 4253013 h 6858000"/>
              <a:gd name="connsiteX43" fmla="*/ 356201 w 4543952"/>
              <a:gd name="connsiteY43" fmla="*/ 4324644 h 6858000"/>
              <a:gd name="connsiteX44" fmla="*/ 347247 w 4543952"/>
              <a:gd name="connsiteY44" fmla="*/ 4363889 h 6858000"/>
              <a:gd name="connsiteX45" fmla="*/ 347247 w 4543952"/>
              <a:gd name="connsiteY45" fmla="*/ 4363890 h 6858000"/>
              <a:gd name="connsiteX46" fmla="*/ 348009 w 4543952"/>
              <a:gd name="connsiteY46" fmla="*/ 4482004 h 6858000"/>
              <a:gd name="connsiteX47" fmla="*/ 408019 w 4543952"/>
              <a:gd name="connsiteY47" fmla="*/ 4659174 h 6858000"/>
              <a:gd name="connsiteX48" fmla="*/ 416021 w 4543952"/>
              <a:gd name="connsiteY48" fmla="*/ 4677655 h 6858000"/>
              <a:gd name="connsiteX49" fmla="*/ 425928 w 4543952"/>
              <a:gd name="connsiteY49" fmla="*/ 4767764 h 6858000"/>
              <a:gd name="connsiteX50" fmla="*/ 427237 w 4543952"/>
              <a:gd name="connsiteY50" fmla="*/ 4800482 h 6858000"/>
              <a:gd name="connsiteX51" fmla="*/ 412401 w 4543952"/>
              <a:gd name="connsiteY51" fmla="*/ 4828915 h 6858000"/>
              <a:gd name="connsiteX52" fmla="*/ 391971 w 4543952"/>
              <a:gd name="connsiteY52" fmla="*/ 4857316 h 6858000"/>
              <a:gd name="connsiteX53" fmla="*/ 390221 w 4543952"/>
              <a:gd name="connsiteY53" fmla="*/ 4863342 h 6858000"/>
              <a:gd name="connsiteX54" fmla="*/ 387469 w 4543952"/>
              <a:gd name="connsiteY54" fmla="*/ 4867613 h 6858000"/>
              <a:gd name="connsiteX55" fmla="*/ 382691 w 4543952"/>
              <a:gd name="connsiteY55" fmla="*/ 4889274 h 6858000"/>
              <a:gd name="connsiteX56" fmla="*/ 382691 w 4543952"/>
              <a:gd name="connsiteY56" fmla="*/ 4889275 h 6858000"/>
              <a:gd name="connsiteX57" fmla="*/ 384396 w 4543952"/>
              <a:gd name="connsiteY57" fmla="*/ 4912168 h 6858000"/>
              <a:gd name="connsiteX58" fmla="*/ 385799 w 4543952"/>
              <a:gd name="connsiteY58" fmla="*/ 4933804 h 6858000"/>
              <a:gd name="connsiteX59" fmla="*/ 378247 w 4543952"/>
              <a:gd name="connsiteY59" fmla="*/ 4957452 h 6858000"/>
              <a:gd name="connsiteX60" fmla="*/ 360964 w 4543952"/>
              <a:gd name="connsiteY60" fmla="*/ 4987036 h 6858000"/>
              <a:gd name="connsiteX61" fmla="*/ 334485 w 4543952"/>
              <a:gd name="connsiteY61" fmla="*/ 5041520 h 6858000"/>
              <a:gd name="connsiteX62" fmla="*/ 321371 w 4543952"/>
              <a:gd name="connsiteY62" fmla="*/ 5087422 h 6858000"/>
              <a:gd name="connsiteX63" fmla="*/ 321364 w 4543952"/>
              <a:gd name="connsiteY63" fmla="*/ 5087449 h 6858000"/>
              <a:gd name="connsiteX64" fmla="*/ 315482 w 4543952"/>
              <a:gd name="connsiteY64" fmla="*/ 5102460 h 6858000"/>
              <a:gd name="connsiteX65" fmla="*/ 308338 w 4543952"/>
              <a:gd name="connsiteY65" fmla="*/ 5133219 h 6858000"/>
              <a:gd name="connsiteX66" fmla="*/ 308337 w 4543952"/>
              <a:gd name="connsiteY66" fmla="*/ 5133223 h 6858000"/>
              <a:gd name="connsiteX67" fmla="*/ 308337 w 4543952"/>
              <a:gd name="connsiteY67" fmla="*/ 5133224 h 6858000"/>
              <a:gd name="connsiteX68" fmla="*/ 315052 w 4543952"/>
              <a:gd name="connsiteY68" fmla="*/ 5166113 h 6858000"/>
              <a:gd name="connsiteX69" fmla="*/ 314362 w 4543952"/>
              <a:gd name="connsiteY69" fmla="*/ 5172089 h 6858000"/>
              <a:gd name="connsiteX70" fmla="*/ 311814 w 4543952"/>
              <a:gd name="connsiteY70" fmla="*/ 5179066 h 6858000"/>
              <a:gd name="connsiteX71" fmla="*/ 311814 w 4543952"/>
              <a:gd name="connsiteY71" fmla="*/ 5179067 h 6858000"/>
              <a:gd name="connsiteX72" fmla="*/ 335437 w 4543952"/>
              <a:gd name="connsiteY72" fmla="*/ 5272796 h 6858000"/>
              <a:gd name="connsiteX73" fmla="*/ 360397 w 4543952"/>
              <a:gd name="connsiteY73" fmla="*/ 5321350 h 6858000"/>
              <a:gd name="connsiteX74" fmla="*/ 364317 w 4543952"/>
              <a:gd name="connsiteY74" fmla="*/ 5355013 h 6858000"/>
              <a:gd name="connsiteX75" fmla="*/ 359440 w 4543952"/>
              <a:gd name="connsiteY75" fmla="*/ 5385383 h 6858000"/>
              <a:gd name="connsiteX76" fmla="*/ 351249 w 4543952"/>
              <a:gd name="connsiteY76" fmla="*/ 5425581 h 6858000"/>
              <a:gd name="connsiteX77" fmla="*/ 339627 w 4543952"/>
              <a:gd name="connsiteY77" fmla="*/ 5480636 h 6858000"/>
              <a:gd name="connsiteX78" fmla="*/ 335103 w 4543952"/>
              <a:gd name="connsiteY78" fmla="*/ 5507666 h 6858000"/>
              <a:gd name="connsiteX79" fmla="*/ 335103 w 4543952"/>
              <a:gd name="connsiteY79" fmla="*/ 5507667 h 6858000"/>
              <a:gd name="connsiteX80" fmla="*/ 337324 w 4543952"/>
              <a:gd name="connsiteY80" fmla="*/ 5520421 h 6858000"/>
              <a:gd name="connsiteX81" fmla="*/ 345722 w 4543952"/>
              <a:gd name="connsiteY81" fmla="*/ 5531691 h 6858000"/>
              <a:gd name="connsiteX82" fmla="*/ 345723 w 4543952"/>
              <a:gd name="connsiteY82" fmla="*/ 5531693 h 6858000"/>
              <a:gd name="connsiteX83" fmla="*/ 355869 w 4543952"/>
              <a:gd name="connsiteY83" fmla="*/ 5547577 h 6858000"/>
              <a:gd name="connsiteX84" fmla="*/ 346295 w 4543952"/>
              <a:gd name="connsiteY84" fmla="*/ 5562745 h 6858000"/>
              <a:gd name="connsiteX85" fmla="*/ 275047 w 4543952"/>
              <a:gd name="connsiteY85" fmla="*/ 5704482 h 6858000"/>
              <a:gd name="connsiteX86" fmla="*/ 269141 w 4543952"/>
              <a:gd name="connsiteY86" fmla="*/ 5740487 h 6858000"/>
              <a:gd name="connsiteX87" fmla="*/ 260376 w 4543952"/>
              <a:gd name="connsiteY87" fmla="*/ 5760872 h 6858000"/>
              <a:gd name="connsiteX88" fmla="*/ 171981 w 4543952"/>
              <a:gd name="connsiteY88" fmla="*/ 5883750 h 6858000"/>
              <a:gd name="connsiteX89" fmla="*/ 171979 w 4543952"/>
              <a:gd name="connsiteY89" fmla="*/ 5883755 h 6858000"/>
              <a:gd name="connsiteX90" fmla="*/ 160957 w 4543952"/>
              <a:gd name="connsiteY90" fmla="*/ 5909350 h 6858000"/>
              <a:gd name="connsiteX91" fmla="*/ 154076 w 4543952"/>
              <a:gd name="connsiteY91" fmla="*/ 5935945 h 6858000"/>
              <a:gd name="connsiteX92" fmla="*/ 154075 w 4543952"/>
              <a:gd name="connsiteY92" fmla="*/ 5935948 h 6858000"/>
              <a:gd name="connsiteX93" fmla="*/ 154075 w 4543952"/>
              <a:gd name="connsiteY93" fmla="*/ 5935949 h 6858000"/>
              <a:gd name="connsiteX94" fmla="*/ 154242 w 4543952"/>
              <a:gd name="connsiteY94" fmla="*/ 5964476 h 6858000"/>
              <a:gd name="connsiteX95" fmla="*/ 157695 w 4543952"/>
              <a:gd name="connsiteY95" fmla="*/ 5993289 h 6858000"/>
              <a:gd name="connsiteX96" fmla="*/ 157695 w 4543952"/>
              <a:gd name="connsiteY96" fmla="*/ 5993291 h 6858000"/>
              <a:gd name="connsiteX97" fmla="*/ 164171 w 4543952"/>
              <a:gd name="connsiteY97" fmla="*/ 6026440 h 6858000"/>
              <a:gd name="connsiteX98" fmla="*/ 220371 w 4543952"/>
              <a:gd name="connsiteY98" fmla="*/ 6108738 h 6858000"/>
              <a:gd name="connsiteX99" fmla="*/ 234064 w 4543952"/>
              <a:gd name="connsiteY99" fmla="*/ 6133314 h 6858000"/>
              <a:gd name="connsiteX100" fmla="*/ 218468 w 4543952"/>
              <a:gd name="connsiteY100" fmla="*/ 6155599 h 6858000"/>
              <a:gd name="connsiteX101" fmla="*/ 218465 w 4543952"/>
              <a:gd name="connsiteY101" fmla="*/ 6155601 h 6858000"/>
              <a:gd name="connsiteX102" fmla="*/ 179794 w 4543952"/>
              <a:gd name="connsiteY102" fmla="*/ 6228755 h 6858000"/>
              <a:gd name="connsiteX103" fmla="*/ 162457 w 4543952"/>
              <a:gd name="connsiteY103" fmla="*/ 6361538 h 6858000"/>
              <a:gd name="connsiteX104" fmla="*/ 162457 w 4543952"/>
              <a:gd name="connsiteY104" fmla="*/ 6361539 h 6858000"/>
              <a:gd name="connsiteX105" fmla="*/ 179794 w 4543952"/>
              <a:gd name="connsiteY105" fmla="*/ 6228756 h 6858000"/>
              <a:gd name="connsiteX106" fmla="*/ 218465 w 4543952"/>
              <a:gd name="connsiteY106" fmla="*/ 6155602 h 6858000"/>
              <a:gd name="connsiteX107" fmla="*/ 218468 w 4543952"/>
              <a:gd name="connsiteY107" fmla="*/ 6155599 h 6858000"/>
              <a:gd name="connsiteX108" fmla="*/ 230364 w 4543952"/>
              <a:gd name="connsiteY108" fmla="*/ 6143189 h 6858000"/>
              <a:gd name="connsiteX109" fmla="*/ 234064 w 4543952"/>
              <a:gd name="connsiteY109" fmla="*/ 6133314 h 6858000"/>
              <a:gd name="connsiteX110" fmla="*/ 234064 w 4543952"/>
              <a:gd name="connsiteY110" fmla="*/ 6133313 h 6858000"/>
              <a:gd name="connsiteX111" fmla="*/ 220371 w 4543952"/>
              <a:gd name="connsiteY111" fmla="*/ 6108737 h 6858000"/>
              <a:gd name="connsiteX112" fmla="*/ 164171 w 4543952"/>
              <a:gd name="connsiteY112" fmla="*/ 6026439 h 6858000"/>
              <a:gd name="connsiteX113" fmla="*/ 157695 w 4543952"/>
              <a:gd name="connsiteY113" fmla="*/ 5993290 h 6858000"/>
              <a:gd name="connsiteX114" fmla="*/ 157695 w 4543952"/>
              <a:gd name="connsiteY114" fmla="*/ 5993289 h 6858000"/>
              <a:gd name="connsiteX115" fmla="*/ 154075 w 4543952"/>
              <a:gd name="connsiteY115" fmla="*/ 5935949 h 6858000"/>
              <a:gd name="connsiteX116" fmla="*/ 154076 w 4543952"/>
              <a:gd name="connsiteY116" fmla="*/ 5935945 h 6858000"/>
              <a:gd name="connsiteX117" fmla="*/ 171979 w 4543952"/>
              <a:gd name="connsiteY117" fmla="*/ 5883755 h 6858000"/>
              <a:gd name="connsiteX118" fmla="*/ 171981 w 4543952"/>
              <a:gd name="connsiteY118" fmla="*/ 5883751 h 6858000"/>
              <a:gd name="connsiteX119" fmla="*/ 260376 w 4543952"/>
              <a:gd name="connsiteY119" fmla="*/ 5760873 h 6858000"/>
              <a:gd name="connsiteX120" fmla="*/ 269141 w 4543952"/>
              <a:gd name="connsiteY120" fmla="*/ 5740488 h 6858000"/>
              <a:gd name="connsiteX121" fmla="*/ 275047 w 4543952"/>
              <a:gd name="connsiteY121" fmla="*/ 5704483 h 6858000"/>
              <a:gd name="connsiteX122" fmla="*/ 346295 w 4543952"/>
              <a:gd name="connsiteY122" fmla="*/ 5562746 h 6858000"/>
              <a:gd name="connsiteX123" fmla="*/ 355869 w 4543952"/>
              <a:gd name="connsiteY123" fmla="*/ 5547578 h 6858000"/>
              <a:gd name="connsiteX124" fmla="*/ 355869 w 4543952"/>
              <a:gd name="connsiteY124" fmla="*/ 5547577 h 6858000"/>
              <a:gd name="connsiteX125" fmla="*/ 345723 w 4543952"/>
              <a:gd name="connsiteY125" fmla="*/ 5531692 h 6858000"/>
              <a:gd name="connsiteX126" fmla="*/ 345722 w 4543952"/>
              <a:gd name="connsiteY126" fmla="*/ 5531691 h 6858000"/>
              <a:gd name="connsiteX127" fmla="*/ 335103 w 4543952"/>
              <a:gd name="connsiteY127" fmla="*/ 5507667 h 6858000"/>
              <a:gd name="connsiteX128" fmla="*/ 339627 w 4543952"/>
              <a:gd name="connsiteY128" fmla="*/ 5480637 h 6858000"/>
              <a:gd name="connsiteX129" fmla="*/ 351249 w 4543952"/>
              <a:gd name="connsiteY129" fmla="*/ 5425582 h 6858000"/>
              <a:gd name="connsiteX130" fmla="*/ 359440 w 4543952"/>
              <a:gd name="connsiteY130" fmla="*/ 5385384 h 6858000"/>
              <a:gd name="connsiteX131" fmla="*/ 364317 w 4543952"/>
              <a:gd name="connsiteY131" fmla="*/ 5355014 h 6858000"/>
              <a:gd name="connsiteX132" fmla="*/ 364317 w 4543952"/>
              <a:gd name="connsiteY132" fmla="*/ 5355013 h 6858000"/>
              <a:gd name="connsiteX133" fmla="*/ 362870 w 4543952"/>
              <a:gd name="connsiteY133" fmla="*/ 5326162 h 6858000"/>
              <a:gd name="connsiteX134" fmla="*/ 360397 w 4543952"/>
              <a:gd name="connsiteY134" fmla="*/ 5321350 h 6858000"/>
              <a:gd name="connsiteX135" fmla="*/ 359341 w 4543952"/>
              <a:gd name="connsiteY135" fmla="*/ 5312287 h 6858000"/>
              <a:gd name="connsiteX136" fmla="*/ 335437 w 4543952"/>
              <a:gd name="connsiteY136" fmla="*/ 5272795 h 6858000"/>
              <a:gd name="connsiteX137" fmla="*/ 311981 w 4543952"/>
              <a:gd name="connsiteY137" fmla="*/ 5229432 h 6858000"/>
              <a:gd name="connsiteX138" fmla="*/ 311814 w 4543952"/>
              <a:gd name="connsiteY138" fmla="*/ 5179067 h 6858000"/>
              <a:gd name="connsiteX139" fmla="*/ 314362 w 4543952"/>
              <a:gd name="connsiteY139" fmla="*/ 5172090 h 6858000"/>
              <a:gd name="connsiteX140" fmla="*/ 315052 w 4543952"/>
              <a:gd name="connsiteY140" fmla="*/ 5166113 h 6858000"/>
              <a:gd name="connsiteX141" fmla="*/ 315052 w 4543952"/>
              <a:gd name="connsiteY141" fmla="*/ 5166112 h 6858000"/>
              <a:gd name="connsiteX142" fmla="*/ 308337 w 4543952"/>
              <a:gd name="connsiteY142" fmla="*/ 5133224 h 6858000"/>
              <a:gd name="connsiteX143" fmla="*/ 308338 w 4543952"/>
              <a:gd name="connsiteY143" fmla="*/ 5133219 h 6858000"/>
              <a:gd name="connsiteX144" fmla="*/ 321364 w 4543952"/>
              <a:gd name="connsiteY144" fmla="*/ 5087449 h 6858000"/>
              <a:gd name="connsiteX145" fmla="*/ 327270 w 4543952"/>
              <a:gd name="connsiteY145" fmla="*/ 5072375 h 6858000"/>
              <a:gd name="connsiteX146" fmla="*/ 334485 w 4543952"/>
              <a:gd name="connsiteY146" fmla="*/ 5041521 h 6858000"/>
              <a:gd name="connsiteX147" fmla="*/ 360964 w 4543952"/>
              <a:gd name="connsiteY147" fmla="*/ 4987037 h 6858000"/>
              <a:gd name="connsiteX148" fmla="*/ 376969 w 4543952"/>
              <a:gd name="connsiteY148" fmla="*/ 4961455 h 6858000"/>
              <a:gd name="connsiteX149" fmla="*/ 378247 w 4543952"/>
              <a:gd name="connsiteY149" fmla="*/ 4957452 h 6858000"/>
              <a:gd name="connsiteX150" fmla="*/ 381039 w 4543952"/>
              <a:gd name="connsiteY150" fmla="*/ 4952672 h 6858000"/>
              <a:gd name="connsiteX151" fmla="*/ 385799 w 4543952"/>
              <a:gd name="connsiteY151" fmla="*/ 4933804 h 6858000"/>
              <a:gd name="connsiteX152" fmla="*/ 384396 w 4543952"/>
              <a:gd name="connsiteY152" fmla="*/ 4912167 h 6858000"/>
              <a:gd name="connsiteX153" fmla="*/ 382691 w 4543952"/>
              <a:gd name="connsiteY153" fmla="*/ 4889274 h 6858000"/>
              <a:gd name="connsiteX154" fmla="*/ 390221 w 4543952"/>
              <a:gd name="connsiteY154" fmla="*/ 4863342 h 6858000"/>
              <a:gd name="connsiteX155" fmla="*/ 412401 w 4543952"/>
              <a:gd name="connsiteY155" fmla="*/ 4828916 h 6858000"/>
              <a:gd name="connsiteX156" fmla="*/ 427237 w 4543952"/>
              <a:gd name="connsiteY156" fmla="*/ 4800483 h 6858000"/>
              <a:gd name="connsiteX157" fmla="*/ 427237 w 4543952"/>
              <a:gd name="connsiteY157" fmla="*/ 4800482 h 6858000"/>
              <a:gd name="connsiteX158" fmla="*/ 425928 w 4543952"/>
              <a:gd name="connsiteY158" fmla="*/ 4767763 h 6858000"/>
              <a:gd name="connsiteX159" fmla="*/ 416021 w 4543952"/>
              <a:gd name="connsiteY159" fmla="*/ 4677654 h 6858000"/>
              <a:gd name="connsiteX160" fmla="*/ 408019 w 4543952"/>
              <a:gd name="connsiteY160" fmla="*/ 4659173 h 6858000"/>
              <a:gd name="connsiteX161" fmla="*/ 348009 w 4543952"/>
              <a:gd name="connsiteY161" fmla="*/ 4482003 h 6858000"/>
              <a:gd name="connsiteX162" fmla="*/ 347247 w 4543952"/>
              <a:gd name="connsiteY162" fmla="*/ 4363890 h 6858000"/>
              <a:gd name="connsiteX163" fmla="*/ 356201 w 4543952"/>
              <a:gd name="connsiteY163" fmla="*/ 4324645 h 6858000"/>
              <a:gd name="connsiteX164" fmla="*/ 396017 w 4543952"/>
              <a:gd name="connsiteY164" fmla="*/ 4253014 h 6858000"/>
              <a:gd name="connsiteX165" fmla="*/ 401733 w 4543952"/>
              <a:gd name="connsiteY165" fmla="*/ 4221391 h 6858000"/>
              <a:gd name="connsiteX166" fmla="*/ 332842 w 4543952"/>
              <a:gd name="connsiteY166" fmla="*/ 2836171 h 6858000"/>
              <a:gd name="connsiteX167" fmla="*/ 332842 w 4543952"/>
              <a:gd name="connsiteY167" fmla="*/ 2836172 h 6858000"/>
              <a:gd name="connsiteX168" fmla="*/ 341533 w 4543952"/>
              <a:gd name="connsiteY168" fmla="*/ 2848793 h 6858000"/>
              <a:gd name="connsiteX169" fmla="*/ 358166 w 4543952"/>
              <a:gd name="connsiteY169" fmla="*/ 2903544 h 6858000"/>
              <a:gd name="connsiteX170" fmla="*/ 366072 w 4543952"/>
              <a:gd name="connsiteY170" fmla="*/ 2947858 h 6858000"/>
              <a:gd name="connsiteX171" fmla="*/ 366072 w 4543952"/>
              <a:gd name="connsiteY171" fmla="*/ 2947862 h 6858000"/>
              <a:gd name="connsiteX172" fmla="*/ 362488 w 4543952"/>
              <a:gd name="connsiteY172" fmla="*/ 2982147 h 6858000"/>
              <a:gd name="connsiteX173" fmla="*/ 350796 w 4543952"/>
              <a:gd name="connsiteY173" fmla="*/ 3077400 h 6858000"/>
              <a:gd name="connsiteX174" fmla="*/ 350796 w 4543952"/>
              <a:gd name="connsiteY174" fmla="*/ 3077401 h 6858000"/>
              <a:gd name="connsiteX175" fmla="*/ 363250 w 4543952"/>
              <a:gd name="connsiteY175" fmla="*/ 3172654 h 6858000"/>
              <a:gd name="connsiteX176" fmla="*/ 410877 w 4543952"/>
              <a:gd name="connsiteY176" fmla="*/ 3489467 h 6858000"/>
              <a:gd name="connsiteX177" fmla="*/ 432976 w 4543952"/>
              <a:gd name="connsiteY177" fmla="*/ 3544713 h 6858000"/>
              <a:gd name="connsiteX178" fmla="*/ 445520 w 4543952"/>
              <a:gd name="connsiteY178" fmla="*/ 3562320 h 6858000"/>
              <a:gd name="connsiteX179" fmla="*/ 450598 w 4543952"/>
              <a:gd name="connsiteY179" fmla="*/ 3574407 h 6858000"/>
              <a:gd name="connsiteX180" fmla="*/ 448246 w 4543952"/>
              <a:gd name="connsiteY180" fmla="*/ 3587173 h 6858000"/>
              <a:gd name="connsiteX181" fmla="*/ 438500 w 4543952"/>
              <a:gd name="connsiteY181" fmla="*/ 3606816 h 6858000"/>
              <a:gd name="connsiteX182" fmla="*/ 424974 w 4543952"/>
              <a:gd name="connsiteY182" fmla="*/ 3630631 h 6858000"/>
              <a:gd name="connsiteX183" fmla="*/ 400733 w 4543952"/>
              <a:gd name="connsiteY183" fmla="*/ 3680162 h 6858000"/>
              <a:gd name="connsiteX184" fmla="*/ 400733 w 4543952"/>
              <a:gd name="connsiteY184" fmla="*/ 3680163 h 6858000"/>
              <a:gd name="connsiteX185" fmla="*/ 404781 w 4543952"/>
              <a:gd name="connsiteY185" fmla="*/ 3734837 h 6858000"/>
              <a:gd name="connsiteX186" fmla="*/ 404399 w 4543952"/>
              <a:gd name="connsiteY186" fmla="*/ 3754651 h 6858000"/>
              <a:gd name="connsiteX187" fmla="*/ 398042 w 4543952"/>
              <a:gd name="connsiteY187" fmla="*/ 3789775 h 6858000"/>
              <a:gd name="connsiteX188" fmla="*/ 398042 w 4543952"/>
              <a:gd name="connsiteY188" fmla="*/ 3789776 h 6858000"/>
              <a:gd name="connsiteX189" fmla="*/ 412973 w 4543952"/>
              <a:gd name="connsiteY189" fmla="*/ 3822472 h 6858000"/>
              <a:gd name="connsiteX190" fmla="*/ 427308 w 4543952"/>
              <a:gd name="connsiteY190" fmla="*/ 3852619 h 6858000"/>
              <a:gd name="connsiteX191" fmla="*/ 417926 w 4543952"/>
              <a:gd name="connsiteY191" fmla="*/ 3885336 h 6858000"/>
              <a:gd name="connsiteX192" fmla="*/ 417925 w 4543952"/>
              <a:gd name="connsiteY192" fmla="*/ 3885337 h 6858000"/>
              <a:gd name="connsiteX193" fmla="*/ 386040 w 4543952"/>
              <a:gd name="connsiteY193" fmla="*/ 3962158 h 6858000"/>
              <a:gd name="connsiteX194" fmla="*/ 386040 w 4543952"/>
              <a:gd name="connsiteY194" fmla="*/ 3962159 h 6858000"/>
              <a:gd name="connsiteX195" fmla="*/ 388431 w 4543952"/>
              <a:gd name="connsiteY195" fmla="*/ 4002409 h 6858000"/>
              <a:gd name="connsiteX196" fmla="*/ 401733 w 4543952"/>
              <a:gd name="connsiteY196" fmla="*/ 4043837 h 6858000"/>
              <a:gd name="connsiteX197" fmla="*/ 401733 w 4543952"/>
              <a:gd name="connsiteY197" fmla="*/ 4043839 h 6858000"/>
              <a:gd name="connsiteX198" fmla="*/ 416855 w 4543952"/>
              <a:gd name="connsiteY198" fmla="*/ 4103825 h 6858000"/>
              <a:gd name="connsiteX199" fmla="*/ 405544 w 4543952"/>
              <a:gd name="connsiteY199" fmla="*/ 4165381 h 6858000"/>
              <a:gd name="connsiteX200" fmla="*/ 405543 w 4543952"/>
              <a:gd name="connsiteY200" fmla="*/ 4165382 h 6858000"/>
              <a:gd name="connsiteX201" fmla="*/ 401638 w 4543952"/>
              <a:gd name="connsiteY201" fmla="*/ 4192386 h 6858000"/>
              <a:gd name="connsiteX202" fmla="*/ 401638 w 4543952"/>
              <a:gd name="connsiteY202" fmla="*/ 4192387 h 6858000"/>
              <a:gd name="connsiteX203" fmla="*/ 405543 w 4543952"/>
              <a:gd name="connsiteY203" fmla="*/ 4165383 h 6858000"/>
              <a:gd name="connsiteX204" fmla="*/ 405544 w 4543952"/>
              <a:gd name="connsiteY204" fmla="*/ 4165381 h 6858000"/>
              <a:gd name="connsiteX205" fmla="*/ 414887 w 4543952"/>
              <a:gd name="connsiteY205" fmla="*/ 4134255 h 6858000"/>
              <a:gd name="connsiteX206" fmla="*/ 416855 w 4543952"/>
              <a:gd name="connsiteY206" fmla="*/ 4103825 h 6858000"/>
              <a:gd name="connsiteX207" fmla="*/ 416855 w 4543952"/>
              <a:gd name="connsiteY207" fmla="*/ 4103824 h 6858000"/>
              <a:gd name="connsiteX208" fmla="*/ 401733 w 4543952"/>
              <a:gd name="connsiteY208" fmla="*/ 4043838 h 6858000"/>
              <a:gd name="connsiteX209" fmla="*/ 401733 w 4543952"/>
              <a:gd name="connsiteY209" fmla="*/ 4043837 h 6858000"/>
              <a:gd name="connsiteX210" fmla="*/ 386040 w 4543952"/>
              <a:gd name="connsiteY210" fmla="*/ 3962159 h 6858000"/>
              <a:gd name="connsiteX211" fmla="*/ 395544 w 4543952"/>
              <a:gd name="connsiteY211" fmla="*/ 3923124 h 6858000"/>
              <a:gd name="connsiteX212" fmla="*/ 417925 w 4543952"/>
              <a:gd name="connsiteY212" fmla="*/ 3885338 h 6858000"/>
              <a:gd name="connsiteX213" fmla="*/ 417926 w 4543952"/>
              <a:gd name="connsiteY213" fmla="*/ 3885336 h 6858000"/>
              <a:gd name="connsiteX214" fmla="*/ 426528 w 4543952"/>
              <a:gd name="connsiteY214" fmla="*/ 3868763 h 6858000"/>
              <a:gd name="connsiteX215" fmla="*/ 427308 w 4543952"/>
              <a:gd name="connsiteY215" fmla="*/ 3852619 h 6858000"/>
              <a:gd name="connsiteX216" fmla="*/ 427308 w 4543952"/>
              <a:gd name="connsiteY216" fmla="*/ 3852618 h 6858000"/>
              <a:gd name="connsiteX217" fmla="*/ 412973 w 4543952"/>
              <a:gd name="connsiteY217" fmla="*/ 3822471 h 6858000"/>
              <a:gd name="connsiteX218" fmla="*/ 398042 w 4543952"/>
              <a:gd name="connsiteY218" fmla="*/ 3789775 h 6858000"/>
              <a:gd name="connsiteX219" fmla="*/ 404399 w 4543952"/>
              <a:gd name="connsiteY219" fmla="*/ 3754652 h 6858000"/>
              <a:gd name="connsiteX220" fmla="*/ 404781 w 4543952"/>
              <a:gd name="connsiteY220" fmla="*/ 3734837 h 6858000"/>
              <a:gd name="connsiteX221" fmla="*/ 404781 w 4543952"/>
              <a:gd name="connsiteY221" fmla="*/ 3734836 h 6858000"/>
              <a:gd name="connsiteX222" fmla="*/ 400733 w 4543952"/>
              <a:gd name="connsiteY222" fmla="*/ 3680163 h 6858000"/>
              <a:gd name="connsiteX223" fmla="*/ 407246 w 4543952"/>
              <a:gd name="connsiteY223" fmla="*/ 3654415 h 6858000"/>
              <a:gd name="connsiteX224" fmla="*/ 424974 w 4543952"/>
              <a:gd name="connsiteY224" fmla="*/ 3630632 h 6858000"/>
              <a:gd name="connsiteX225" fmla="*/ 438500 w 4543952"/>
              <a:gd name="connsiteY225" fmla="*/ 3606817 h 6858000"/>
              <a:gd name="connsiteX226" fmla="*/ 450598 w 4543952"/>
              <a:gd name="connsiteY226" fmla="*/ 3574408 h 6858000"/>
              <a:gd name="connsiteX227" fmla="*/ 450598 w 4543952"/>
              <a:gd name="connsiteY227" fmla="*/ 3574407 h 6858000"/>
              <a:gd name="connsiteX228" fmla="*/ 432976 w 4543952"/>
              <a:gd name="connsiteY228" fmla="*/ 3544712 h 6858000"/>
              <a:gd name="connsiteX229" fmla="*/ 410877 w 4543952"/>
              <a:gd name="connsiteY229" fmla="*/ 3489466 h 6858000"/>
              <a:gd name="connsiteX230" fmla="*/ 363250 w 4543952"/>
              <a:gd name="connsiteY230" fmla="*/ 3172653 h 6858000"/>
              <a:gd name="connsiteX231" fmla="*/ 350796 w 4543952"/>
              <a:gd name="connsiteY231" fmla="*/ 3077401 h 6858000"/>
              <a:gd name="connsiteX232" fmla="*/ 362488 w 4543952"/>
              <a:gd name="connsiteY232" fmla="*/ 2982148 h 6858000"/>
              <a:gd name="connsiteX233" fmla="*/ 366072 w 4543952"/>
              <a:gd name="connsiteY233" fmla="*/ 2947862 h 6858000"/>
              <a:gd name="connsiteX234" fmla="*/ 366072 w 4543952"/>
              <a:gd name="connsiteY234" fmla="*/ 2947861 h 6858000"/>
              <a:gd name="connsiteX235" fmla="*/ 366072 w 4543952"/>
              <a:gd name="connsiteY235" fmla="*/ 2947858 h 6858000"/>
              <a:gd name="connsiteX236" fmla="*/ 361441 w 4543952"/>
              <a:gd name="connsiteY236" fmla="*/ 2914327 h 6858000"/>
              <a:gd name="connsiteX237" fmla="*/ 358166 w 4543952"/>
              <a:gd name="connsiteY237" fmla="*/ 2903544 h 6858000"/>
              <a:gd name="connsiteX238" fmla="*/ 357138 w 4543952"/>
              <a:gd name="connsiteY238" fmla="*/ 2897784 h 6858000"/>
              <a:gd name="connsiteX239" fmla="*/ 341533 w 4543952"/>
              <a:gd name="connsiteY239" fmla="*/ 2848792 h 6858000"/>
              <a:gd name="connsiteX240" fmla="*/ 296001 w 4543952"/>
              <a:gd name="connsiteY240" fmla="*/ 2745351 h 6858000"/>
              <a:gd name="connsiteX241" fmla="*/ 289670 w 4543952"/>
              <a:gd name="connsiteY241" fmla="*/ 2770757 h 6858000"/>
              <a:gd name="connsiteX242" fmla="*/ 290080 w 4543952"/>
              <a:gd name="connsiteY242" fmla="*/ 2778005 h 6858000"/>
              <a:gd name="connsiteX243" fmla="*/ 289301 w 4543952"/>
              <a:gd name="connsiteY243" fmla="*/ 2782304 h 6858000"/>
              <a:gd name="connsiteX244" fmla="*/ 290501 w 4543952"/>
              <a:gd name="connsiteY244" fmla="*/ 2785439 h 6858000"/>
              <a:gd name="connsiteX245" fmla="*/ 290929 w 4543952"/>
              <a:gd name="connsiteY245" fmla="*/ 2793022 h 6858000"/>
              <a:gd name="connsiteX246" fmla="*/ 300579 w 4543952"/>
              <a:gd name="connsiteY246" fmla="*/ 2811779 h 6858000"/>
              <a:gd name="connsiteX247" fmla="*/ 300582 w 4543952"/>
              <a:gd name="connsiteY247" fmla="*/ 2811786 h 6858000"/>
              <a:gd name="connsiteX248" fmla="*/ 300583 w 4543952"/>
              <a:gd name="connsiteY248" fmla="*/ 2811786 h 6858000"/>
              <a:gd name="connsiteX249" fmla="*/ 300579 w 4543952"/>
              <a:gd name="connsiteY249" fmla="*/ 2811779 h 6858000"/>
              <a:gd name="connsiteX250" fmla="*/ 290501 w 4543952"/>
              <a:gd name="connsiteY250" fmla="*/ 2785439 h 6858000"/>
              <a:gd name="connsiteX251" fmla="*/ 290080 w 4543952"/>
              <a:gd name="connsiteY251" fmla="*/ 2778005 h 6858000"/>
              <a:gd name="connsiteX252" fmla="*/ 817328 w 4543952"/>
              <a:gd name="connsiteY252" fmla="*/ 1508457 h 6858000"/>
              <a:gd name="connsiteX253" fmla="*/ 845421 w 4543952"/>
              <a:gd name="connsiteY253" fmla="*/ 1596212 h 6858000"/>
              <a:gd name="connsiteX254" fmla="*/ 843517 w 4543952"/>
              <a:gd name="connsiteY254" fmla="*/ 1624979 h 6858000"/>
              <a:gd name="connsiteX255" fmla="*/ 786935 w 4543952"/>
              <a:gd name="connsiteY255" fmla="*/ 1697752 h 6858000"/>
              <a:gd name="connsiteX256" fmla="*/ 764267 w 4543952"/>
              <a:gd name="connsiteY256" fmla="*/ 1733187 h 6858000"/>
              <a:gd name="connsiteX257" fmla="*/ 722546 w 4543952"/>
              <a:gd name="connsiteY257" fmla="*/ 1833774 h 6858000"/>
              <a:gd name="connsiteX258" fmla="*/ 714925 w 4543952"/>
              <a:gd name="connsiteY258" fmla="*/ 1842157 h 6858000"/>
              <a:gd name="connsiteX259" fmla="*/ 624434 w 4543952"/>
              <a:gd name="connsiteY259" fmla="*/ 1916453 h 6858000"/>
              <a:gd name="connsiteX260" fmla="*/ 609004 w 4543952"/>
              <a:gd name="connsiteY260" fmla="*/ 1933218 h 6858000"/>
              <a:gd name="connsiteX261" fmla="*/ 584999 w 4543952"/>
              <a:gd name="connsiteY261" fmla="*/ 1953412 h 6858000"/>
              <a:gd name="connsiteX262" fmla="*/ 538516 w 4543952"/>
              <a:gd name="connsiteY262" fmla="*/ 2016468 h 6858000"/>
              <a:gd name="connsiteX263" fmla="*/ 523657 w 4543952"/>
              <a:gd name="connsiteY263" fmla="*/ 2094577 h 6858000"/>
              <a:gd name="connsiteX264" fmla="*/ 500986 w 4543952"/>
              <a:gd name="connsiteY264" fmla="*/ 2188878 h 6858000"/>
              <a:gd name="connsiteX265" fmla="*/ 485746 w 4543952"/>
              <a:gd name="connsiteY265" fmla="*/ 2228313 h 6858000"/>
              <a:gd name="connsiteX266" fmla="*/ 456789 w 4543952"/>
              <a:gd name="connsiteY266" fmla="*/ 2334043 h 6858000"/>
              <a:gd name="connsiteX267" fmla="*/ 432404 w 4543952"/>
              <a:gd name="connsiteY267" fmla="*/ 2409484 h 6858000"/>
              <a:gd name="connsiteX268" fmla="*/ 415303 w 4543952"/>
              <a:gd name="connsiteY268" fmla="*/ 2435912 h 6858000"/>
              <a:gd name="connsiteX269" fmla="*/ 415303 w 4543952"/>
              <a:gd name="connsiteY269" fmla="*/ 2435912 h 6858000"/>
              <a:gd name="connsiteX270" fmla="*/ 415303 w 4543952"/>
              <a:gd name="connsiteY270" fmla="*/ 2435912 h 6858000"/>
              <a:gd name="connsiteX271" fmla="*/ 414227 w 4543952"/>
              <a:gd name="connsiteY271" fmla="*/ 2440915 h 6858000"/>
              <a:gd name="connsiteX272" fmla="*/ 409472 w 4543952"/>
              <a:gd name="connsiteY272" fmla="*/ 2463016 h 6858000"/>
              <a:gd name="connsiteX273" fmla="*/ 409472 w 4543952"/>
              <a:gd name="connsiteY273" fmla="*/ 2463017 h 6858000"/>
              <a:gd name="connsiteX274" fmla="*/ 411535 w 4543952"/>
              <a:gd name="connsiteY274" fmla="*/ 2490550 h 6858000"/>
              <a:gd name="connsiteX275" fmla="*/ 418115 w 4543952"/>
              <a:gd name="connsiteY275" fmla="*/ 2518261 h 6858000"/>
              <a:gd name="connsiteX276" fmla="*/ 418115 w 4543952"/>
              <a:gd name="connsiteY276" fmla="*/ 2518264 h 6858000"/>
              <a:gd name="connsiteX277" fmla="*/ 421759 w 4543952"/>
              <a:gd name="connsiteY277" fmla="*/ 2545006 h 6858000"/>
              <a:gd name="connsiteX278" fmla="*/ 417545 w 4543952"/>
              <a:gd name="connsiteY278" fmla="*/ 2571033 h 6858000"/>
              <a:gd name="connsiteX279" fmla="*/ 344391 w 4543952"/>
              <a:gd name="connsiteY279" fmla="*/ 2668000 h 6858000"/>
              <a:gd name="connsiteX280" fmla="*/ 296001 w 4543952"/>
              <a:gd name="connsiteY280" fmla="*/ 2745347 h 6858000"/>
              <a:gd name="connsiteX281" fmla="*/ 296001 w 4543952"/>
              <a:gd name="connsiteY281" fmla="*/ 2745348 h 6858000"/>
              <a:gd name="connsiteX282" fmla="*/ 344391 w 4543952"/>
              <a:gd name="connsiteY282" fmla="*/ 2668001 h 6858000"/>
              <a:gd name="connsiteX283" fmla="*/ 417545 w 4543952"/>
              <a:gd name="connsiteY283" fmla="*/ 2571034 h 6858000"/>
              <a:gd name="connsiteX284" fmla="*/ 421760 w 4543952"/>
              <a:gd name="connsiteY284" fmla="*/ 2545006 h 6858000"/>
              <a:gd name="connsiteX285" fmla="*/ 421759 w 4543952"/>
              <a:gd name="connsiteY285" fmla="*/ 2545006 h 6858000"/>
              <a:gd name="connsiteX286" fmla="*/ 421760 w 4543952"/>
              <a:gd name="connsiteY286" fmla="*/ 2545005 h 6858000"/>
              <a:gd name="connsiteX287" fmla="*/ 418115 w 4543952"/>
              <a:gd name="connsiteY287" fmla="*/ 2518263 h 6858000"/>
              <a:gd name="connsiteX288" fmla="*/ 418115 w 4543952"/>
              <a:gd name="connsiteY288" fmla="*/ 2518261 h 6858000"/>
              <a:gd name="connsiteX289" fmla="*/ 409472 w 4543952"/>
              <a:gd name="connsiteY289" fmla="*/ 2463017 h 6858000"/>
              <a:gd name="connsiteX290" fmla="*/ 414227 w 4543952"/>
              <a:gd name="connsiteY290" fmla="*/ 2440915 h 6858000"/>
              <a:gd name="connsiteX291" fmla="*/ 415303 w 4543952"/>
              <a:gd name="connsiteY291" fmla="*/ 2435912 h 6858000"/>
              <a:gd name="connsiteX292" fmla="*/ 432404 w 4543952"/>
              <a:gd name="connsiteY292" fmla="*/ 2409485 h 6858000"/>
              <a:gd name="connsiteX293" fmla="*/ 456789 w 4543952"/>
              <a:gd name="connsiteY293" fmla="*/ 2334044 h 6858000"/>
              <a:gd name="connsiteX294" fmla="*/ 485746 w 4543952"/>
              <a:gd name="connsiteY294" fmla="*/ 2228314 h 6858000"/>
              <a:gd name="connsiteX295" fmla="*/ 500986 w 4543952"/>
              <a:gd name="connsiteY295" fmla="*/ 2188879 h 6858000"/>
              <a:gd name="connsiteX296" fmla="*/ 523657 w 4543952"/>
              <a:gd name="connsiteY296" fmla="*/ 2094578 h 6858000"/>
              <a:gd name="connsiteX297" fmla="*/ 538516 w 4543952"/>
              <a:gd name="connsiteY297" fmla="*/ 2016469 h 6858000"/>
              <a:gd name="connsiteX298" fmla="*/ 584999 w 4543952"/>
              <a:gd name="connsiteY298" fmla="*/ 1953413 h 6858000"/>
              <a:gd name="connsiteX299" fmla="*/ 609004 w 4543952"/>
              <a:gd name="connsiteY299" fmla="*/ 1933219 h 6858000"/>
              <a:gd name="connsiteX300" fmla="*/ 624434 w 4543952"/>
              <a:gd name="connsiteY300" fmla="*/ 1916454 h 6858000"/>
              <a:gd name="connsiteX301" fmla="*/ 714925 w 4543952"/>
              <a:gd name="connsiteY301" fmla="*/ 1842158 h 6858000"/>
              <a:gd name="connsiteX302" fmla="*/ 722546 w 4543952"/>
              <a:gd name="connsiteY302" fmla="*/ 1833775 h 6858000"/>
              <a:gd name="connsiteX303" fmla="*/ 764267 w 4543952"/>
              <a:gd name="connsiteY303" fmla="*/ 1733188 h 6858000"/>
              <a:gd name="connsiteX304" fmla="*/ 786936 w 4543952"/>
              <a:gd name="connsiteY304" fmla="*/ 1697753 h 6858000"/>
              <a:gd name="connsiteX305" fmla="*/ 843517 w 4543952"/>
              <a:gd name="connsiteY305" fmla="*/ 1624980 h 6858000"/>
              <a:gd name="connsiteX306" fmla="*/ 845422 w 4543952"/>
              <a:gd name="connsiteY306" fmla="*/ 1596213 h 6858000"/>
              <a:gd name="connsiteX307" fmla="*/ 798723 w 4543952"/>
              <a:gd name="connsiteY307" fmla="*/ 1459072 h 6858000"/>
              <a:gd name="connsiteX308" fmla="*/ 807941 w 4543952"/>
              <a:gd name="connsiteY308" fmla="*/ 1481571 h 6858000"/>
              <a:gd name="connsiteX309" fmla="*/ 798724 w 4543952"/>
              <a:gd name="connsiteY309" fmla="*/ 1459073 h 6858000"/>
              <a:gd name="connsiteX310" fmla="*/ 779530 w 4543952"/>
              <a:gd name="connsiteY310" fmla="*/ 1268757 h 6858000"/>
              <a:gd name="connsiteX311" fmla="*/ 774363 w 4543952"/>
              <a:gd name="connsiteY311" fmla="*/ 1286068 h 6858000"/>
              <a:gd name="connsiteX312" fmla="*/ 752025 w 4543952"/>
              <a:gd name="connsiteY312" fmla="*/ 1350626 h 6858000"/>
              <a:gd name="connsiteX313" fmla="*/ 757620 w 4543952"/>
              <a:gd name="connsiteY313" fmla="*/ 1413839 h 6858000"/>
              <a:gd name="connsiteX314" fmla="*/ 752026 w 4543952"/>
              <a:gd name="connsiteY314" fmla="*/ 1350627 h 6858000"/>
              <a:gd name="connsiteX315" fmla="*/ 774363 w 4543952"/>
              <a:gd name="connsiteY315" fmla="*/ 1286069 h 6858000"/>
              <a:gd name="connsiteX316" fmla="*/ 779530 w 4543952"/>
              <a:gd name="connsiteY316" fmla="*/ 1268757 h 6858000"/>
              <a:gd name="connsiteX317" fmla="*/ 837801 w 4543952"/>
              <a:gd name="connsiteY317" fmla="*/ 773034 h 6858000"/>
              <a:gd name="connsiteX318" fmla="*/ 829801 w 4543952"/>
              <a:gd name="connsiteY318" fmla="*/ 854378 h 6858000"/>
              <a:gd name="connsiteX319" fmla="*/ 798747 w 4543952"/>
              <a:gd name="connsiteY319" fmla="*/ 915342 h 6858000"/>
              <a:gd name="connsiteX320" fmla="*/ 788269 w 4543952"/>
              <a:gd name="connsiteY320" fmla="*/ 927154 h 6858000"/>
              <a:gd name="connsiteX321" fmla="*/ 791889 w 4543952"/>
              <a:gd name="connsiteY321" fmla="*/ 1097086 h 6858000"/>
              <a:gd name="connsiteX322" fmla="*/ 796271 w 4543952"/>
              <a:gd name="connsiteY322" fmla="*/ 1123184 h 6858000"/>
              <a:gd name="connsiteX323" fmla="*/ 771553 w 4543952"/>
              <a:gd name="connsiteY323" fmla="*/ 1184028 h 6858000"/>
              <a:gd name="connsiteX324" fmla="*/ 796272 w 4543952"/>
              <a:gd name="connsiteY324" fmla="*/ 1123185 h 6858000"/>
              <a:gd name="connsiteX325" fmla="*/ 791890 w 4543952"/>
              <a:gd name="connsiteY325" fmla="*/ 1097087 h 6858000"/>
              <a:gd name="connsiteX326" fmla="*/ 788270 w 4543952"/>
              <a:gd name="connsiteY326" fmla="*/ 927155 h 6858000"/>
              <a:gd name="connsiteX327" fmla="*/ 798748 w 4543952"/>
              <a:gd name="connsiteY327" fmla="*/ 915343 h 6858000"/>
              <a:gd name="connsiteX328" fmla="*/ 829801 w 4543952"/>
              <a:gd name="connsiteY328" fmla="*/ 854379 h 6858000"/>
              <a:gd name="connsiteX329" fmla="*/ 837801 w 4543952"/>
              <a:gd name="connsiteY329" fmla="*/ 773035 h 6858000"/>
              <a:gd name="connsiteX330" fmla="*/ 782400 w 4543952"/>
              <a:gd name="connsiteY330" fmla="*/ 517850 h 6858000"/>
              <a:gd name="connsiteX331" fmla="*/ 791317 w 4543952"/>
              <a:gd name="connsiteY331" fmla="*/ 556046 h 6858000"/>
              <a:gd name="connsiteX332" fmla="*/ 797795 w 4543952"/>
              <a:gd name="connsiteY332" fmla="*/ 580049 h 6858000"/>
              <a:gd name="connsiteX333" fmla="*/ 801176 w 4543952"/>
              <a:gd name="connsiteY333" fmla="*/ 642536 h 6858000"/>
              <a:gd name="connsiteX334" fmla="*/ 813700 w 4543952"/>
              <a:gd name="connsiteY334" fmla="*/ 694927 h 6858000"/>
              <a:gd name="connsiteX335" fmla="*/ 801177 w 4543952"/>
              <a:gd name="connsiteY335" fmla="*/ 642537 h 6858000"/>
              <a:gd name="connsiteX336" fmla="*/ 797796 w 4543952"/>
              <a:gd name="connsiteY336" fmla="*/ 580050 h 6858000"/>
              <a:gd name="connsiteX337" fmla="*/ 791318 w 4543952"/>
              <a:gd name="connsiteY337" fmla="*/ 556047 h 6858000"/>
              <a:gd name="connsiteX338" fmla="*/ 783887 w 4543952"/>
              <a:gd name="connsiteY338" fmla="*/ 313532 h 6858000"/>
              <a:gd name="connsiteX339" fmla="*/ 786245 w 4543952"/>
              <a:gd name="connsiteY339" fmla="*/ 324057 h 6858000"/>
              <a:gd name="connsiteX340" fmla="*/ 784459 w 4543952"/>
              <a:gd name="connsiteY340" fmla="*/ 338869 h 6858000"/>
              <a:gd name="connsiteX341" fmla="*/ 784454 w 4543952"/>
              <a:gd name="connsiteY341" fmla="*/ 338897 h 6858000"/>
              <a:gd name="connsiteX342" fmla="*/ 778363 w 4543952"/>
              <a:gd name="connsiteY342" fmla="*/ 367327 h 6858000"/>
              <a:gd name="connsiteX343" fmla="*/ 774553 w 4543952"/>
              <a:gd name="connsiteY343" fmla="*/ 395639 h 6858000"/>
              <a:gd name="connsiteX344" fmla="*/ 784454 w 4543952"/>
              <a:gd name="connsiteY344" fmla="*/ 338897 h 6858000"/>
              <a:gd name="connsiteX345" fmla="*/ 784460 w 4543952"/>
              <a:gd name="connsiteY345" fmla="*/ 338870 h 6858000"/>
              <a:gd name="connsiteX346" fmla="*/ 783888 w 4543952"/>
              <a:gd name="connsiteY346" fmla="*/ 313533 h 6858000"/>
              <a:gd name="connsiteX347" fmla="*/ 761560 w 4543952"/>
              <a:gd name="connsiteY347" fmla="*/ 281567 h 6858000"/>
              <a:gd name="connsiteX348" fmla="*/ 766454 w 4543952"/>
              <a:gd name="connsiteY348" fmla="*/ 295414 h 6858000"/>
              <a:gd name="connsiteX349" fmla="*/ 766455 w 4543952"/>
              <a:gd name="connsiteY349" fmla="*/ 295414 h 6858000"/>
              <a:gd name="connsiteX350" fmla="*/ 774880 w 4543952"/>
              <a:gd name="connsiteY350" fmla="*/ 24485 h 6858000"/>
              <a:gd name="connsiteX351" fmla="*/ 777142 w 4543952"/>
              <a:gd name="connsiteY351" fmla="*/ 74128 h 6858000"/>
              <a:gd name="connsiteX352" fmla="*/ 767023 w 4543952"/>
              <a:gd name="connsiteY352" fmla="*/ 151568 h 6858000"/>
              <a:gd name="connsiteX353" fmla="*/ 766824 w 4543952"/>
              <a:gd name="connsiteY353" fmla="*/ 153387 h 6858000"/>
              <a:gd name="connsiteX354" fmla="*/ 763010 w 4543952"/>
              <a:gd name="connsiteY354" fmla="*/ 177270 h 6858000"/>
              <a:gd name="connsiteX355" fmla="*/ 758551 w 4543952"/>
              <a:gd name="connsiteY355" fmla="*/ 228943 h 6858000"/>
              <a:gd name="connsiteX356" fmla="*/ 766824 w 4543952"/>
              <a:gd name="connsiteY356" fmla="*/ 153387 h 6858000"/>
              <a:gd name="connsiteX357" fmla="*/ 771220 w 4543952"/>
              <a:gd name="connsiteY357" fmla="*/ 125860 h 6858000"/>
              <a:gd name="connsiteX358" fmla="*/ 777143 w 4543952"/>
              <a:gd name="connsiteY358" fmla="*/ 74128 h 6858000"/>
              <a:gd name="connsiteX359" fmla="*/ 313354 w 4543952"/>
              <a:gd name="connsiteY359" fmla="*/ 0 h 6858000"/>
              <a:gd name="connsiteX360" fmla="*/ 777461 w 4543952"/>
              <a:gd name="connsiteY360" fmla="*/ 0 h 6858000"/>
              <a:gd name="connsiteX361" fmla="*/ 774743 w 4543952"/>
              <a:gd name="connsiteY361" fmla="*/ 21485 h 6858000"/>
              <a:gd name="connsiteX362" fmla="*/ 777461 w 4543952"/>
              <a:gd name="connsiteY362" fmla="*/ 0 h 6858000"/>
              <a:gd name="connsiteX363" fmla="*/ 4543952 w 4543952"/>
              <a:gd name="connsiteY363" fmla="*/ 1 h 6858000"/>
              <a:gd name="connsiteX364" fmla="*/ 4543952 w 4543952"/>
              <a:gd name="connsiteY364" fmla="*/ 6858000 h 6858000"/>
              <a:gd name="connsiteX365" fmla="*/ 284400 w 4543952"/>
              <a:gd name="connsiteY365" fmla="*/ 6858000 h 6858000"/>
              <a:gd name="connsiteX366" fmla="*/ 112147 w 4543952"/>
              <a:gd name="connsiteY366" fmla="*/ 6858000 h 6858000"/>
              <a:gd name="connsiteX367" fmla="*/ 102447 w 4543952"/>
              <a:gd name="connsiteY367" fmla="*/ 6815515 h 6858000"/>
              <a:gd name="connsiteX368" fmla="*/ 83396 w 4543952"/>
              <a:gd name="connsiteY368" fmla="*/ 6748457 h 6858000"/>
              <a:gd name="connsiteX369" fmla="*/ 61870 w 4543952"/>
              <a:gd name="connsiteY369" fmla="*/ 6584811 h 6858000"/>
              <a:gd name="connsiteX370" fmla="*/ 41105 w 4543952"/>
              <a:gd name="connsiteY370" fmla="*/ 6415832 h 6858000"/>
              <a:gd name="connsiteX371" fmla="*/ 34247 w 4543952"/>
              <a:gd name="connsiteY371" fmla="*/ 6323057 h 6858000"/>
              <a:gd name="connsiteX372" fmla="*/ 23386 w 4543952"/>
              <a:gd name="connsiteY372" fmla="*/ 6242092 h 6858000"/>
              <a:gd name="connsiteX373" fmla="*/ 16528 w 4543952"/>
              <a:gd name="connsiteY373" fmla="*/ 6171604 h 6858000"/>
              <a:gd name="connsiteX374" fmla="*/ 2622 w 4543952"/>
              <a:gd name="connsiteY374" fmla="*/ 6059396 h 6858000"/>
              <a:gd name="connsiteX375" fmla="*/ 0 w 4543952"/>
              <a:gd name="connsiteY375" fmla="*/ 6041768 h 6858000"/>
              <a:gd name="connsiteX376" fmla="*/ 0 w 4543952"/>
              <a:gd name="connsiteY376" fmla="*/ 6000936 h 6858000"/>
              <a:gd name="connsiteX377" fmla="*/ 3670 w 4543952"/>
              <a:gd name="connsiteY377" fmla="*/ 5957594 h 6858000"/>
              <a:gd name="connsiteX378" fmla="*/ 0 w 4543952"/>
              <a:gd name="connsiteY378" fmla="*/ 5912510 h 6858000"/>
              <a:gd name="connsiteX379" fmla="*/ 0 w 4543952"/>
              <a:gd name="connsiteY379" fmla="*/ 5886400 h 6858000"/>
              <a:gd name="connsiteX380" fmla="*/ 1098 w 4543952"/>
              <a:gd name="connsiteY380" fmla="*/ 5864317 h 6858000"/>
              <a:gd name="connsiteX381" fmla="*/ 24720 w 4543952"/>
              <a:gd name="connsiteY381" fmla="*/ 5790591 h 6858000"/>
              <a:gd name="connsiteX382" fmla="*/ 26434 w 4543952"/>
              <a:gd name="connsiteY382" fmla="*/ 5781829 h 6858000"/>
              <a:gd name="connsiteX383" fmla="*/ 35771 w 4543952"/>
              <a:gd name="connsiteY383" fmla="*/ 5733439 h 6858000"/>
              <a:gd name="connsiteX384" fmla="*/ 38819 w 4543952"/>
              <a:gd name="connsiteY384" fmla="*/ 5706958 h 6858000"/>
              <a:gd name="connsiteX385" fmla="*/ 58250 w 4543952"/>
              <a:gd name="connsiteY385" fmla="*/ 5606371 h 6858000"/>
              <a:gd name="connsiteX386" fmla="*/ 67394 w 4543952"/>
              <a:gd name="connsiteY386" fmla="*/ 5548459 h 6858000"/>
              <a:gd name="connsiteX387" fmla="*/ 66060 w 4543952"/>
              <a:gd name="connsiteY387" fmla="*/ 5501593 h 6858000"/>
              <a:gd name="connsiteX388" fmla="*/ 64346 w 4543952"/>
              <a:gd name="connsiteY388" fmla="*/ 5419294 h 6858000"/>
              <a:gd name="connsiteX389" fmla="*/ 59964 w 4543952"/>
              <a:gd name="connsiteY389" fmla="*/ 5393004 h 6858000"/>
              <a:gd name="connsiteX390" fmla="*/ 72538 w 4543952"/>
              <a:gd name="connsiteY390" fmla="*/ 5274128 h 6858000"/>
              <a:gd name="connsiteX391" fmla="*/ 73490 w 4543952"/>
              <a:gd name="connsiteY391" fmla="*/ 5206307 h 6858000"/>
              <a:gd name="connsiteX392" fmla="*/ 89113 w 4543952"/>
              <a:gd name="connsiteY392" fmla="*/ 5129915 h 6858000"/>
              <a:gd name="connsiteX393" fmla="*/ 88351 w 4543952"/>
              <a:gd name="connsiteY393" fmla="*/ 5107626 h 6858000"/>
              <a:gd name="connsiteX394" fmla="*/ 87016 w 4543952"/>
              <a:gd name="connsiteY394" fmla="*/ 5082669 h 6858000"/>
              <a:gd name="connsiteX395" fmla="*/ 85872 w 4543952"/>
              <a:gd name="connsiteY395" fmla="*/ 5006085 h 6858000"/>
              <a:gd name="connsiteX396" fmla="*/ 80158 w 4543952"/>
              <a:gd name="connsiteY396" fmla="*/ 4959601 h 6858000"/>
              <a:gd name="connsiteX397" fmla="*/ 83586 w 4543952"/>
              <a:gd name="connsiteY397" fmla="*/ 4871018 h 6858000"/>
              <a:gd name="connsiteX398" fmla="*/ 78634 w 4543952"/>
              <a:gd name="connsiteY398" fmla="*/ 4838249 h 6858000"/>
              <a:gd name="connsiteX399" fmla="*/ 78062 w 4543952"/>
              <a:gd name="connsiteY399" fmla="*/ 4755380 h 6858000"/>
              <a:gd name="connsiteX400" fmla="*/ 80920 w 4543952"/>
              <a:gd name="connsiteY400" fmla="*/ 4681082 h 6858000"/>
              <a:gd name="connsiteX401" fmla="*/ 79396 w 4543952"/>
              <a:gd name="connsiteY401" fmla="*/ 4609451 h 6858000"/>
              <a:gd name="connsiteX402" fmla="*/ 73110 w 4543952"/>
              <a:gd name="connsiteY402" fmla="*/ 4558206 h 6858000"/>
              <a:gd name="connsiteX403" fmla="*/ 69300 w 4543952"/>
              <a:gd name="connsiteY403" fmla="*/ 4502578 h 6858000"/>
              <a:gd name="connsiteX404" fmla="*/ 46629 w 4543952"/>
              <a:gd name="connsiteY404" fmla="*/ 4349221 h 6858000"/>
              <a:gd name="connsiteX405" fmla="*/ 52153 w 4543952"/>
              <a:gd name="connsiteY405" fmla="*/ 4320836 h 6858000"/>
              <a:gd name="connsiteX406" fmla="*/ 57297 w 4543952"/>
              <a:gd name="connsiteY406" fmla="*/ 4159666 h 6858000"/>
              <a:gd name="connsiteX407" fmla="*/ 56915 w 4543952"/>
              <a:gd name="connsiteY407" fmla="*/ 4124613 h 6858000"/>
              <a:gd name="connsiteX408" fmla="*/ 79396 w 4543952"/>
              <a:gd name="connsiteY408" fmla="*/ 4030502 h 6858000"/>
              <a:gd name="connsiteX409" fmla="*/ 43771 w 4543952"/>
              <a:gd name="connsiteY409" fmla="*/ 3885337 h 6858000"/>
              <a:gd name="connsiteX410" fmla="*/ 426 w 4543952"/>
              <a:gd name="connsiteY410" fmla="*/ 3786776 h 6858000"/>
              <a:gd name="connsiteX411" fmla="*/ 0 w 4543952"/>
              <a:gd name="connsiteY411" fmla="*/ 3773896 h 6858000"/>
              <a:gd name="connsiteX412" fmla="*/ 0 w 4543952"/>
              <a:gd name="connsiteY412" fmla="*/ 3393881 h 6858000"/>
              <a:gd name="connsiteX413" fmla="*/ 11838 w 4543952"/>
              <a:gd name="connsiteY413" fmla="*/ 3359515 h 6858000"/>
              <a:gd name="connsiteX414" fmla="*/ 12910 w 4543952"/>
              <a:gd name="connsiteY414" fmla="*/ 3318770 h 6858000"/>
              <a:gd name="connsiteX415" fmla="*/ 6718 w 4543952"/>
              <a:gd name="connsiteY415" fmla="*/ 3304078 h 6858000"/>
              <a:gd name="connsiteX416" fmla="*/ 0 w 4543952"/>
              <a:gd name="connsiteY416" fmla="*/ 3297656 h 6858000"/>
              <a:gd name="connsiteX417" fmla="*/ 0 w 4543952"/>
              <a:gd name="connsiteY417" fmla="*/ 3207866 h 6858000"/>
              <a:gd name="connsiteX418" fmla="*/ 15553 w 4543952"/>
              <a:gd name="connsiteY418" fmla="*/ 3186770 h 6858000"/>
              <a:gd name="connsiteX419" fmla="*/ 36341 w 4543952"/>
              <a:gd name="connsiteY419" fmla="*/ 3107499 h 6858000"/>
              <a:gd name="connsiteX420" fmla="*/ 38057 w 4543952"/>
              <a:gd name="connsiteY420" fmla="*/ 3042727 h 6858000"/>
              <a:gd name="connsiteX421" fmla="*/ 54249 w 4543952"/>
              <a:gd name="connsiteY421" fmla="*/ 2901942 h 6858000"/>
              <a:gd name="connsiteX422" fmla="*/ 77300 w 4543952"/>
              <a:gd name="connsiteY422" fmla="*/ 2809929 h 6858000"/>
              <a:gd name="connsiteX423" fmla="*/ 103399 w 4543952"/>
              <a:gd name="connsiteY423" fmla="*/ 2743825 h 6858000"/>
              <a:gd name="connsiteX424" fmla="*/ 137500 w 4543952"/>
              <a:gd name="connsiteY424" fmla="*/ 2649142 h 6858000"/>
              <a:gd name="connsiteX425" fmla="*/ 155217 w 4543952"/>
              <a:gd name="connsiteY425" fmla="*/ 2554078 h 6858000"/>
              <a:gd name="connsiteX426" fmla="*/ 177507 w 4543952"/>
              <a:gd name="connsiteY426" fmla="*/ 2485306 h 6858000"/>
              <a:gd name="connsiteX427" fmla="*/ 192748 w 4543952"/>
              <a:gd name="connsiteY427" fmla="*/ 2401291 h 6858000"/>
              <a:gd name="connsiteX428" fmla="*/ 193318 w 4543952"/>
              <a:gd name="connsiteY428" fmla="*/ 2330805 h 6858000"/>
              <a:gd name="connsiteX429" fmla="*/ 190652 w 4543952"/>
              <a:gd name="connsiteY429" fmla="*/ 2220311 h 6858000"/>
              <a:gd name="connsiteX430" fmla="*/ 236753 w 4543952"/>
              <a:gd name="connsiteY430" fmla="*/ 2085053 h 6858000"/>
              <a:gd name="connsiteX431" fmla="*/ 247042 w 4543952"/>
              <a:gd name="connsiteY431" fmla="*/ 2030377 h 6858000"/>
              <a:gd name="connsiteX432" fmla="*/ 251804 w 4543952"/>
              <a:gd name="connsiteY432" fmla="*/ 1978939 h 6858000"/>
              <a:gd name="connsiteX433" fmla="*/ 282475 w 4543952"/>
              <a:gd name="connsiteY433" fmla="*/ 1869779 h 6858000"/>
              <a:gd name="connsiteX434" fmla="*/ 292573 w 4543952"/>
              <a:gd name="connsiteY434" fmla="*/ 1825392 h 6858000"/>
              <a:gd name="connsiteX435" fmla="*/ 292381 w 4543952"/>
              <a:gd name="connsiteY435" fmla="*/ 1763286 h 6858000"/>
              <a:gd name="connsiteX436" fmla="*/ 306480 w 4543952"/>
              <a:gd name="connsiteY436" fmla="*/ 1650316 h 6858000"/>
              <a:gd name="connsiteX437" fmla="*/ 347629 w 4543952"/>
              <a:gd name="connsiteY437" fmla="*/ 1537536 h 6858000"/>
              <a:gd name="connsiteX438" fmla="*/ 343629 w 4543952"/>
              <a:gd name="connsiteY438" fmla="*/ 1489719 h 6858000"/>
              <a:gd name="connsiteX439" fmla="*/ 344581 w 4543952"/>
              <a:gd name="connsiteY439" fmla="*/ 1472574 h 6858000"/>
              <a:gd name="connsiteX440" fmla="*/ 367252 w 4543952"/>
              <a:gd name="connsiteY440" fmla="*/ 1318455 h 6858000"/>
              <a:gd name="connsiteX441" fmla="*/ 369728 w 4543952"/>
              <a:gd name="connsiteY441" fmla="*/ 1303023 h 6858000"/>
              <a:gd name="connsiteX442" fmla="*/ 389921 w 4543952"/>
              <a:gd name="connsiteY442" fmla="*/ 1230632 h 6858000"/>
              <a:gd name="connsiteX443" fmla="*/ 402495 w 4543952"/>
              <a:gd name="connsiteY443" fmla="*/ 1048124 h 6858000"/>
              <a:gd name="connsiteX444" fmla="*/ 404019 w 4543952"/>
              <a:gd name="connsiteY444" fmla="*/ 1036886 h 6858000"/>
              <a:gd name="connsiteX445" fmla="*/ 393923 w 4543952"/>
              <a:gd name="connsiteY445" fmla="*/ 975732 h 6858000"/>
              <a:gd name="connsiteX446" fmla="*/ 379634 w 4543952"/>
              <a:gd name="connsiteY446" fmla="*/ 945443 h 6858000"/>
              <a:gd name="connsiteX447" fmla="*/ 364774 w 4543952"/>
              <a:gd name="connsiteY447" fmla="*/ 898197 h 6858000"/>
              <a:gd name="connsiteX448" fmla="*/ 359250 w 4543952"/>
              <a:gd name="connsiteY448" fmla="*/ 850188 h 6858000"/>
              <a:gd name="connsiteX449" fmla="*/ 381730 w 4543952"/>
              <a:gd name="connsiteY449" fmla="*/ 769604 h 6858000"/>
              <a:gd name="connsiteX450" fmla="*/ 384016 w 4543952"/>
              <a:gd name="connsiteY450" fmla="*/ 740267 h 6858000"/>
              <a:gd name="connsiteX451" fmla="*/ 394875 w 4543952"/>
              <a:gd name="connsiteY451" fmla="*/ 674922 h 6858000"/>
              <a:gd name="connsiteX452" fmla="*/ 394113 w 4543952"/>
              <a:gd name="connsiteY452" fmla="*/ 617771 h 6858000"/>
              <a:gd name="connsiteX453" fmla="*/ 376776 w 4543952"/>
              <a:gd name="connsiteY453" fmla="*/ 571859 h 6858000"/>
              <a:gd name="connsiteX454" fmla="*/ 373348 w 4543952"/>
              <a:gd name="connsiteY454" fmla="*/ 505181 h 6858000"/>
              <a:gd name="connsiteX455" fmla="*/ 385920 w 4543952"/>
              <a:gd name="connsiteY455" fmla="*/ 462125 h 6858000"/>
              <a:gd name="connsiteX456" fmla="*/ 387634 w 4543952"/>
              <a:gd name="connsiteY456" fmla="*/ 453363 h 6858000"/>
              <a:gd name="connsiteX457" fmla="*/ 388399 w 4543952"/>
              <a:gd name="connsiteY457" fmla="*/ 340773 h 6858000"/>
              <a:gd name="connsiteX458" fmla="*/ 350487 w 4543952"/>
              <a:gd name="connsiteY458" fmla="*/ 200181 h 6858000"/>
              <a:gd name="connsiteX459" fmla="*/ 342485 w 4543952"/>
              <a:gd name="connsiteY459" fmla="*/ 176938 h 6858000"/>
              <a:gd name="connsiteX460" fmla="*/ 328579 w 4543952"/>
              <a:gd name="connsiteY460" fmla="*/ 63586 h 6858000"/>
              <a:gd name="connsiteX461" fmla="*/ 314480 w 4543952"/>
              <a:gd name="connsiteY461" fmla="*/ 28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</a:cxnLst>
            <a:rect l="l" t="t" r="r" b="b"/>
            <a:pathLst>
              <a:path w="4543952" h="6858000">
                <a:moveTo>
                  <a:pt x="328959" y="6564619"/>
                </a:moveTo>
                <a:lnTo>
                  <a:pt x="306480" y="6588624"/>
                </a:lnTo>
                <a:cubicBezTo>
                  <a:pt x="298003" y="6597577"/>
                  <a:pt x="291954" y="6611341"/>
                  <a:pt x="289858" y="6625223"/>
                </a:cubicBezTo>
                <a:lnTo>
                  <a:pt x="289858" y="6625224"/>
                </a:lnTo>
                <a:lnTo>
                  <a:pt x="289870" y="6645551"/>
                </a:lnTo>
                <a:lnTo>
                  <a:pt x="296953" y="6662539"/>
                </a:lnTo>
                <a:lnTo>
                  <a:pt x="296953" y="6662541"/>
                </a:lnTo>
                <a:lnTo>
                  <a:pt x="296954" y="6662543"/>
                </a:lnTo>
                <a:lnTo>
                  <a:pt x="311551" y="6702975"/>
                </a:lnTo>
                <a:lnTo>
                  <a:pt x="297715" y="6742551"/>
                </a:lnTo>
                <a:lnTo>
                  <a:pt x="297714" y="6742554"/>
                </a:lnTo>
                <a:lnTo>
                  <a:pt x="283011" y="6776799"/>
                </a:lnTo>
                <a:lnTo>
                  <a:pt x="278238" y="6812061"/>
                </a:lnTo>
                <a:lnTo>
                  <a:pt x="278237" y="6812062"/>
                </a:lnTo>
                <a:lnTo>
                  <a:pt x="278237" y="6812063"/>
                </a:lnTo>
                <a:lnTo>
                  <a:pt x="278238" y="6812061"/>
                </a:lnTo>
                <a:lnTo>
                  <a:pt x="297714" y="6742554"/>
                </a:lnTo>
                <a:lnTo>
                  <a:pt x="297715" y="6742552"/>
                </a:lnTo>
                <a:cubicBezTo>
                  <a:pt x="306003" y="6729218"/>
                  <a:pt x="311147" y="6716168"/>
                  <a:pt x="311551" y="6702976"/>
                </a:cubicBezTo>
                <a:lnTo>
                  <a:pt x="311551" y="6702975"/>
                </a:lnTo>
                <a:lnTo>
                  <a:pt x="308405" y="6683026"/>
                </a:lnTo>
                <a:lnTo>
                  <a:pt x="296954" y="6662543"/>
                </a:lnTo>
                <a:lnTo>
                  <a:pt x="296953" y="6662540"/>
                </a:lnTo>
                <a:lnTo>
                  <a:pt x="296953" y="6662539"/>
                </a:lnTo>
                <a:lnTo>
                  <a:pt x="289858" y="6625224"/>
                </a:lnTo>
                <a:lnTo>
                  <a:pt x="306480" y="6588625"/>
                </a:lnTo>
                <a:cubicBezTo>
                  <a:pt x="312576" y="6582146"/>
                  <a:pt x="318672" y="6575478"/>
                  <a:pt x="328959" y="6564620"/>
                </a:cubicBezTo>
                <a:close/>
                <a:moveTo>
                  <a:pt x="248638" y="6438980"/>
                </a:moveTo>
                <a:cubicBezTo>
                  <a:pt x="258140" y="6444076"/>
                  <a:pt x="265617" y="6451649"/>
                  <a:pt x="268569" y="6463840"/>
                </a:cubicBezTo>
                <a:lnTo>
                  <a:pt x="268572" y="6463848"/>
                </a:lnTo>
                <a:lnTo>
                  <a:pt x="279556" y="6508051"/>
                </a:lnTo>
                <a:lnTo>
                  <a:pt x="282367" y="6513011"/>
                </a:lnTo>
                <a:lnTo>
                  <a:pt x="284834" y="6521803"/>
                </a:lnTo>
                <a:lnTo>
                  <a:pt x="301172" y="6546194"/>
                </a:lnTo>
                <a:lnTo>
                  <a:pt x="301172" y="6546193"/>
                </a:lnTo>
                <a:lnTo>
                  <a:pt x="282367" y="6513011"/>
                </a:lnTo>
                <a:lnTo>
                  <a:pt x="268572" y="6463848"/>
                </a:lnTo>
                <a:lnTo>
                  <a:pt x="268569" y="6463839"/>
                </a:lnTo>
                <a:close/>
                <a:moveTo>
                  <a:pt x="166047" y="6392242"/>
                </a:moveTo>
                <a:lnTo>
                  <a:pt x="173364" y="6407332"/>
                </a:lnTo>
                <a:lnTo>
                  <a:pt x="173364" y="6407331"/>
                </a:lnTo>
                <a:close/>
                <a:moveTo>
                  <a:pt x="401733" y="4221390"/>
                </a:moveTo>
                <a:lnTo>
                  <a:pt x="396017" y="4253013"/>
                </a:lnTo>
                <a:cubicBezTo>
                  <a:pt x="383824" y="4277400"/>
                  <a:pt x="368204" y="4300069"/>
                  <a:pt x="356201" y="4324644"/>
                </a:cubicBezTo>
                <a:cubicBezTo>
                  <a:pt x="350487" y="4336456"/>
                  <a:pt x="347439" y="4350553"/>
                  <a:pt x="347247" y="4363889"/>
                </a:cubicBezTo>
                <a:lnTo>
                  <a:pt x="347247" y="4363890"/>
                </a:lnTo>
                <a:cubicBezTo>
                  <a:pt x="346295" y="4403325"/>
                  <a:pt x="346295" y="4442761"/>
                  <a:pt x="348009" y="4482004"/>
                </a:cubicBezTo>
                <a:cubicBezTo>
                  <a:pt x="350677" y="4546776"/>
                  <a:pt x="351249" y="4612500"/>
                  <a:pt x="408019" y="4659174"/>
                </a:cubicBezTo>
                <a:cubicBezTo>
                  <a:pt x="412591" y="4662986"/>
                  <a:pt x="415259" y="4671176"/>
                  <a:pt x="416021" y="4677655"/>
                </a:cubicBezTo>
                <a:cubicBezTo>
                  <a:pt x="419640" y="4707564"/>
                  <a:pt x="420022" y="4738235"/>
                  <a:pt x="425928" y="4767764"/>
                </a:cubicBezTo>
                <a:lnTo>
                  <a:pt x="427237" y="4800482"/>
                </a:lnTo>
                <a:lnTo>
                  <a:pt x="412401" y="4828915"/>
                </a:lnTo>
                <a:cubicBezTo>
                  <a:pt x="404115" y="4837702"/>
                  <a:pt x="397114" y="4847213"/>
                  <a:pt x="391971" y="4857316"/>
                </a:cubicBezTo>
                <a:lnTo>
                  <a:pt x="390221" y="4863342"/>
                </a:lnTo>
                <a:lnTo>
                  <a:pt x="387469" y="4867613"/>
                </a:lnTo>
                <a:lnTo>
                  <a:pt x="382691" y="4889274"/>
                </a:lnTo>
                <a:lnTo>
                  <a:pt x="382691" y="4889275"/>
                </a:lnTo>
                <a:cubicBezTo>
                  <a:pt x="382122" y="4896713"/>
                  <a:pt x="382634" y="4904357"/>
                  <a:pt x="384396" y="4912168"/>
                </a:cubicBezTo>
                <a:lnTo>
                  <a:pt x="385799" y="4933804"/>
                </a:lnTo>
                <a:lnTo>
                  <a:pt x="378247" y="4957452"/>
                </a:lnTo>
                <a:lnTo>
                  <a:pt x="360964" y="4987036"/>
                </a:lnTo>
                <a:cubicBezTo>
                  <a:pt x="349725" y="5003800"/>
                  <a:pt x="335627" y="5022851"/>
                  <a:pt x="334485" y="5041520"/>
                </a:cubicBezTo>
                <a:cubicBezTo>
                  <a:pt x="333557" y="5057380"/>
                  <a:pt x="327458" y="5072410"/>
                  <a:pt x="321371" y="5087422"/>
                </a:cubicBezTo>
                <a:lnTo>
                  <a:pt x="321364" y="5087449"/>
                </a:lnTo>
                <a:lnTo>
                  <a:pt x="315482" y="5102460"/>
                </a:lnTo>
                <a:lnTo>
                  <a:pt x="308338" y="5133219"/>
                </a:lnTo>
                <a:lnTo>
                  <a:pt x="308337" y="5133223"/>
                </a:lnTo>
                <a:lnTo>
                  <a:pt x="308337" y="5133224"/>
                </a:lnTo>
                <a:lnTo>
                  <a:pt x="315052" y="5166113"/>
                </a:lnTo>
                <a:lnTo>
                  <a:pt x="314362" y="5172089"/>
                </a:lnTo>
                <a:cubicBezTo>
                  <a:pt x="313481" y="5174399"/>
                  <a:pt x="312290" y="5176875"/>
                  <a:pt x="311814" y="5179066"/>
                </a:cubicBezTo>
                <a:lnTo>
                  <a:pt x="311814" y="5179067"/>
                </a:lnTo>
                <a:cubicBezTo>
                  <a:pt x="304574" y="5214121"/>
                  <a:pt x="311624" y="5247078"/>
                  <a:pt x="335437" y="5272796"/>
                </a:cubicBezTo>
                <a:lnTo>
                  <a:pt x="360397" y="5321350"/>
                </a:lnTo>
                <a:lnTo>
                  <a:pt x="364317" y="5355013"/>
                </a:lnTo>
                <a:lnTo>
                  <a:pt x="359440" y="5385383"/>
                </a:lnTo>
                <a:cubicBezTo>
                  <a:pt x="356201" y="5398720"/>
                  <a:pt x="353915" y="5412056"/>
                  <a:pt x="351249" y="5425581"/>
                </a:cubicBezTo>
                <a:cubicBezTo>
                  <a:pt x="347439" y="5443869"/>
                  <a:pt x="343437" y="5462350"/>
                  <a:pt x="339627" y="5480636"/>
                </a:cubicBezTo>
                <a:cubicBezTo>
                  <a:pt x="337722" y="5489496"/>
                  <a:pt x="335151" y="5498831"/>
                  <a:pt x="335103" y="5507666"/>
                </a:cubicBezTo>
                <a:lnTo>
                  <a:pt x="335103" y="5507667"/>
                </a:lnTo>
                <a:lnTo>
                  <a:pt x="337324" y="5520421"/>
                </a:lnTo>
                <a:lnTo>
                  <a:pt x="345722" y="5531691"/>
                </a:lnTo>
                <a:lnTo>
                  <a:pt x="345723" y="5531693"/>
                </a:lnTo>
                <a:lnTo>
                  <a:pt x="355869" y="5547577"/>
                </a:lnTo>
                <a:lnTo>
                  <a:pt x="346295" y="5562745"/>
                </a:lnTo>
                <a:cubicBezTo>
                  <a:pt x="303622" y="5600466"/>
                  <a:pt x="276951" y="5646188"/>
                  <a:pt x="275047" y="5704482"/>
                </a:cubicBezTo>
                <a:cubicBezTo>
                  <a:pt x="274665" y="5716484"/>
                  <a:pt x="271999" y="5728677"/>
                  <a:pt x="269141" y="5740487"/>
                </a:cubicBezTo>
                <a:cubicBezTo>
                  <a:pt x="267426" y="5747727"/>
                  <a:pt x="265520" y="5756492"/>
                  <a:pt x="260376" y="5760872"/>
                </a:cubicBezTo>
                <a:cubicBezTo>
                  <a:pt x="221133" y="5794973"/>
                  <a:pt x="193890" y="5837456"/>
                  <a:pt x="171981" y="5883750"/>
                </a:cubicBezTo>
                <a:lnTo>
                  <a:pt x="171979" y="5883755"/>
                </a:lnTo>
                <a:lnTo>
                  <a:pt x="160957" y="5909350"/>
                </a:lnTo>
                <a:lnTo>
                  <a:pt x="154076" y="5935945"/>
                </a:lnTo>
                <a:lnTo>
                  <a:pt x="154075" y="5935948"/>
                </a:lnTo>
                <a:lnTo>
                  <a:pt x="154075" y="5935949"/>
                </a:lnTo>
                <a:lnTo>
                  <a:pt x="154242" y="5964476"/>
                </a:lnTo>
                <a:lnTo>
                  <a:pt x="157695" y="5993289"/>
                </a:lnTo>
                <a:lnTo>
                  <a:pt x="157695" y="5993291"/>
                </a:lnTo>
                <a:cubicBezTo>
                  <a:pt x="158837" y="6004531"/>
                  <a:pt x="158647" y="6017485"/>
                  <a:pt x="164171" y="6026440"/>
                </a:cubicBezTo>
                <a:cubicBezTo>
                  <a:pt x="181508" y="6054825"/>
                  <a:pt x="200176" y="6082258"/>
                  <a:pt x="220371" y="6108738"/>
                </a:cubicBezTo>
                <a:lnTo>
                  <a:pt x="234064" y="6133314"/>
                </a:lnTo>
                <a:lnTo>
                  <a:pt x="218468" y="6155599"/>
                </a:lnTo>
                <a:lnTo>
                  <a:pt x="218465" y="6155601"/>
                </a:lnTo>
                <a:cubicBezTo>
                  <a:pt x="196176" y="6175796"/>
                  <a:pt x="184556" y="6200943"/>
                  <a:pt x="179794" y="6228755"/>
                </a:cubicBezTo>
                <a:cubicBezTo>
                  <a:pt x="172363" y="6272763"/>
                  <a:pt x="166077" y="6317150"/>
                  <a:pt x="162457" y="6361538"/>
                </a:cubicBezTo>
                <a:lnTo>
                  <a:pt x="162457" y="6361539"/>
                </a:lnTo>
                <a:lnTo>
                  <a:pt x="179794" y="6228756"/>
                </a:lnTo>
                <a:cubicBezTo>
                  <a:pt x="184556" y="6200944"/>
                  <a:pt x="196176" y="6175797"/>
                  <a:pt x="218465" y="6155602"/>
                </a:cubicBezTo>
                <a:lnTo>
                  <a:pt x="218468" y="6155599"/>
                </a:lnTo>
                <a:lnTo>
                  <a:pt x="230364" y="6143189"/>
                </a:lnTo>
                <a:lnTo>
                  <a:pt x="234064" y="6133314"/>
                </a:lnTo>
                <a:lnTo>
                  <a:pt x="234064" y="6133313"/>
                </a:lnTo>
                <a:cubicBezTo>
                  <a:pt x="233993" y="6126883"/>
                  <a:pt x="229039" y="6120073"/>
                  <a:pt x="220371" y="6108737"/>
                </a:cubicBezTo>
                <a:cubicBezTo>
                  <a:pt x="200176" y="6082257"/>
                  <a:pt x="181508" y="6054824"/>
                  <a:pt x="164171" y="6026439"/>
                </a:cubicBezTo>
                <a:cubicBezTo>
                  <a:pt x="158647" y="6017484"/>
                  <a:pt x="158837" y="6004530"/>
                  <a:pt x="157695" y="5993290"/>
                </a:cubicBezTo>
                <a:lnTo>
                  <a:pt x="157695" y="5993289"/>
                </a:lnTo>
                <a:lnTo>
                  <a:pt x="154075" y="5935949"/>
                </a:lnTo>
                <a:lnTo>
                  <a:pt x="154076" y="5935945"/>
                </a:lnTo>
                <a:lnTo>
                  <a:pt x="171979" y="5883755"/>
                </a:lnTo>
                <a:lnTo>
                  <a:pt x="171981" y="5883751"/>
                </a:lnTo>
                <a:cubicBezTo>
                  <a:pt x="193890" y="5837457"/>
                  <a:pt x="221133" y="5794974"/>
                  <a:pt x="260376" y="5760873"/>
                </a:cubicBezTo>
                <a:cubicBezTo>
                  <a:pt x="265520" y="5756493"/>
                  <a:pt x="267426" y="5747728"/>
                  <a:pt x="269141" y="5740488"/>
                </a:cubicBezTo>
                <a:cubicBezTo>
                  <a:pt x="271999" y="5728678"/>
                  <a:pt x="274665" y="5716485"/>
                  <a:pt x="275047" y="5704483"/>
                </a:cubicBezTo>
                <a:cubicBezTo>
                  <a:pt x="276951" y="5646189"/>
                  <a:pt x="303622" y="5600467"/>
                  <a:pt x="346295" y="5562746"/>
                </a:cubicBezTo>
                <a:cubicBezTo>
                  <a:pt x="352392" y="5557317"/>
                  <a:pt x="355774" y="5552507"/>
                  <a:pt x="355869" y="5547578"/>
                </a:cubicBezTo>
                <a:lnTo>
                  <a:pt x="355869" y="5547577"/>
                </a:lnTo>
                <a:cubicBezTo>
                  <a:pt x="355964" y="5542648"/>
                  <a:pt x="352773" y="5537599"/>
                  <a:pt x="345723" y="5531692"/>
                </a:cubicBezTo>
                <a:lnTo>
                  <a:pt x="345722" y="5531691"/>
                </a:lnTo>
                <a:lnTo>
                  <a:pt x="335103" y="5507667"/>
                </a:lnTo>
                <a:lnTo>
                  <a:pt x="339627" y="5480637"/>
                </a:lnTo>
                <a:cubicBezTo>
                  <a:pt x="343437" y="5462351"/>
                  <a:pt x="347439" y="5443870"/>
                  <a:pt x="351249" y="5425582"/>
                </a:cubicBezTo>
                <a:cubicBezTo>
                  <a:pt x="353915" y="5412057"/>
                  <a:pt x="356201" y="5398721"/>
                  <a:pt x="359440" y="5385384"/>
                </a:cubicBezTo>
                <a:cubicBezTo>
                  <a:pt x="361965" y="5375002"/>
                  <a:pt x="363668" y="5364882"/>
                  <a:pt x="364317" y="5355014"/>
                </a:cubicBezTo>
                <a:lnTo>
                  <a:pt x="364317" y="5355013"/>
                </a:lnTo>
                <a:lnTo>
                  <a:pt x="362870" y="5326162"/>
                </a:lnTo>
                <a:lnTo>
                  <a:pt x="360397" y="5321350"/>
                </a:lnTo>
                <a:lnTo>
                  <a:pt x="359341" y="5312287"/>
                </a:lnTo>
                <a:cubicBezTo>
                  <a:pt x="354789" y="5298594"/>
                  <a:pt x="347082" y="5285440"/>
                  <a:pt x="335437" y="5272795"/>
                </a:cubicBezTo>
                <a:cubicBezTo>
                  <a:pt x="323531" y="5259936"/>
                  <a:pt x="315815" y="5245268"/>
                  <a:pt x="311981" y="5229432"/>
                </a:cubicBezTo>
                <a:lnTo>
                  <a:pt x="311814" y="5179067"/>
                </a:lnTo>
                <a:lnTo>
                  <a:pt x="314362" y="5172090"/>
                </a:lnTo>
                <a:cubicBezTo>
                  <a:pt x="315243" y="5169780"/>
                  <a:pt x="315814" y="5167637"/>
                  <a:pt x="315052" y="5166113"/>
                </a:cubicBezTo>
                <a:lnTo>
                  <a:pt x="315052" y="5166112"/>
                </a:lnTo>
                <a:lnTo>
                  <a:pt x="308337" y="5133224"/>
                </a:lnTo>
                <a:lnTo>
                  <a:pt x="308338" y="5133219"/>
                </a:lnTo>
                <a:lnTo>
                  <a:pt x="321364" y="5087449"/>
                </a:lnTo>
                <a:lnTo>
                  <a:pt x="327270" y="5072375"/>
                </a:lnTo>
                <a:cubicBezTo>
                  <a:pt x="330949" y="5062299"/>
                  <a:pt x="333866" y="5052095"/>
                  <a:pt x="334485" y="5041521"/>
                </a:cubicBezTo>
                <a:cubicBezTo>
                  <a:pt x="335627" y="5022852"/>
                  <a:pt x="349725" y="5003801"/>
                  <a:pt x="360964" y="4987037"/>
                </a:cubicBezTo>
                <a:cubicBezTo>
                  <a:pt x="366751" y="4978392"/>
                  <a:pt x="372458" y="4970096"/>
                  <a:pt x="376969" y="4961455"/>
                </a:cubicBezTo>
                <a:lnTo>
                  <a:pt x="378247" y="4957452"/>
                </a:lnTo>
                <a:lnTo>
                  <a:pt x="381039" y="4952672"/>
                </a:lnTo>
                <a:lnTo>
                  <a:pt x="385799" y="4933804"/>
                </a:lnTo>
                <a:cubicBezTo>
                  <a:pt x="386468" y="4927121"/>
                  <a:pt x="386111" y="4919978"/>
                  <a:pt x="384396" y="4912167"/>
                </a:cubicBezTo>
                <a:lnTo>
                  <a:pt x="382691" y="4889274"/>
                </a:lnTo>
                <a:lnTo>
                  <a:pt x="390221" y="4863342"/>
                </a:lnTo>
                <a:lnTo>
                  <a:pt x="412401" y="4828916"/>
                </a:lnTo>
                <a:cubicBezTo>
                  <a:pt x="420784" y="4819963"/>
                  <a:pt x="425356" y="4810580"/>
                  <a:pt x="427237" y="4800483"/>
                </a:cubicBezTo>
                <a:lnTo>
                  <a:pt x="427237" y="4800482"/>
                </a:lnTo>
                <a:cubicBezTo>
                  <a:pt x="429119" y="4790385"/>
                  <a:pt x="428309" y="4779574"/>
                  <a:pt x="425928" y="4767763"/>
                </a:cubicBezTo>
                <a:cubicBezTo>
                  <a:pt x="420022" y="4738234"/>
                  <a:pt x="419640" y="4707563"/>
                  <a:pt x="416021" y="4677654"/>
                </a:cubicBezTo>
                <a:cubicBezTo>
                  <a:pt x="415259" y="4671175"/>
                  <a:pt x="412591" y="4662985"/>
                  <a:pt x="408019" y="4659173"/>
                </a:cubicBezTo>
                <a:cubicBezTo>
                  <a:pt x="351249" y="4612499"/>
                  <a:pt x="350677" y="4546775"/>
                  <a:pt x="348009" y="4482003"/>
                </a:cubicBezTo>
                <a:lnTo>
                  <a:pt x="347247" y="4363890"/>
                </a:lnTo>
                <a:lnTo>
                  <a:pt x="356201" y="4324645"/>
                </a:lnTo>
                <a:cubicBezTo>
                  <a:pt x="368204" y="4300070"/>
                  <a:pt x="383824" y="4277401"/>
                  <a:pt x="396017" y="4253014"/>
                </a:cubicBezTo>
                <a:cubicBezTo>
                  <a:pt x="400781" y="4243872"/>
                  <a:pt x="400971" y="4232060"/>
                  <a:pt x="401733" y="4221391"/>
                </a:cubicBezTo>
                <a:close/>
                <a:moveTo>
                  <a:pt x="332842" y="2836171"/>
                </a:moveTo>
                <a:lnTo>
                  <a:pt x="332842" y="2836172"/>
                </a:lnTo>
                <a:cubicBezTo>
                  <a:pt x="336914" y="2839982"/>
                  <a:pt x="340200" y="2844316"/>
                  <a:pt x="341533" y="2848793"/>
                </a:cubicBezTo>
                <a:lnTo>
                  <a:pt x="358166" y="2903544"/>
                </a:lnTo>
                <a:lnTo>
                  <a:pt x="366072" y="2947858"/>
                </a:lnTo>
                <a:lnTo>
                  <a:pt x="366072" y="2947862"/>
                </a:lnTo>
                <a:lnTo>
                  <a:pt x="362488" y="2982147"/>
                </a:lnTo>
                <a:cubicBezTo>
                  <a:pt x="354392" y="3014152"/>
                  <a:pt x="350582" y="3045776"/>
                  <a:pt x="350796" y="3077400"/>
                </a:cubicBezTo>
                <a:lnTo>
                  <a:pt x="350796" y="3077401"/>
                </a:lnTo>
                <a:cubicBezTo>
                  <a:pt x="351010" y="3109025"/>
                  <a:pt x="355249" y="3140649"/>
                  <a:pt x="363250" y="3172654"/>
                </a:cubicBezTo>
                <a:cubicBezTo>
                  <a:pt x="389159" y="3276480"/>
                  <a:pt x="416591" y="3380305"/>
                  <a:pt x="410877" y="3489467"/>
                </a:cubicBezTo>
                <a:cubicBezTo>
                  <a:pt x="409925" y="3507563"/>
                  <a:pt x="421546" y="3529090"/>
                  <a:pt x="432976" y="3544713"/>
                </a:cubicBezTo>
                <a:cubicBezTo>
                  <a:pt x="438406" y="3552190"/>
                  <a:pt x="442585" y="3557715"/>
                  <a:pt x="445520" y="3562320"/>
                </a:cubicBezTo>
                <a:lnTo>
                  <a:pt x="450598" y="3574407"/>
                </a:lnTo>
                <a:lnTo>
                  <a:pt x="448246" y="3587173"/>
                </a:lnTo>
                <a:cubicBezTo>
                  <a:pt x="446228" y="3592231"/>
                  <a:pt x="442978" y="3598434"/>
                  <a:pt x="438500" y="3606816"/>
                </a:cubicBezTo>
                <a:cubicBezTo>
                  <a:pt x="434118" y="3614818"/>
                  <a:pt x="431452" y="3624724"/>
                  <a:pt x="424974" y="3630631"/>
                </a:cubicBezTo>
                <a:cubicBezTo>
                  <a:pt x="408496" y="3645681"/>
                  <a:pt x="402257" y="3662493"/>
                  <a:pt x="400733" y="3680162"/>
                </a:cubicBezTo>
                <a:lnTo>
                  <a:pt x="400733" y="3680163"/>
                </a:lnTo>
                <a:lnTo>
                  <a:pt x="404781" y="3734837"/>
                </a:lnTo>
                <a:lnTo>
                  <a:pt x="404399" y="3754651"/>
                </a:lnTo>
                <a:cubicBezTo>
                  <a:pt x="398399" y="3767129"/>
                  <a:pt x="396447" y="3778654"/>
                  <a:pt x="398042" y="3789775"/>
                </a:cubicBezTo>
                <a:lnTo>
                  <a:pt x="398042" y="3789776"/>
                </a:lnTo>
                <a:cubicBezTo>
                  <a:pt x="399638" y="3800896"/>
                  <a:pt x="404781" y="3811613"/>
                  <a:pt x="412973" y="3822472"/>
                </a:cubicBezTo>
                <a:lnTo>
                  <a:pt x="427308" y="3852619"/>
                </a:lnTo>
                <a:lnTo>
                  <a:pt x="417926" y="3885336"/>
                </a:lnTo>
                <a:lnTo>
                  <a:pt x="417925" y="3885337"/>
                </a:lnTo>
                <a:cubicBezTo>
                  <a:pt x="398494" y="3910103"/>
                  <a:pt x="388302" y="3935726"/>
                  <a:pt x="386040" y="3962158"/>
                </a:cubicBezTo>
                <a:lnTo>
                  <a:pt x="386040" y="3962159"/>
                </a:lnTo>
                <a:lnTo>
                  <a:pt x="388431" y="4002409"/>
                </a:lnTo>
                <a:lnTo>
                  <a:pt x="401733" y="4043837"/>
                </a:lnTo>
                <a:lnTo>
                  <a:pt x="401733" y="4043839"/>
                </a:lnTo>
                <a:lnTo>
                  <a:pt x="416855" y="4103825"/>
                </a:lnTo>
                <a:lnTo>
                  <a:pt x="405544" y="4165381"/>
                </a:lnTo>
                <a:lnTo>
                  <a:pt x="405543" y="4165382"/>
                </a:lnTo>
                <a:cubicBezTo>
                  <a:pt x="402114" y="4173479"/>
                  <a:pt x="401543" y="4182766"/>
                  <a:pt x="401638" y="4192386"/>
                </a:cubicBezTo>
                <a:lnTo>
                  <a:pt x="401638" y="4192387"/>
                </a:lnTo>
                <a:lnTo>
                  <a:pt x="405543" y="4165383"/>
                </a:lnTo>
                <a:lnTo>
                  <a:pt x="405544" y="4165381"/>
                </a:lnTo>
                <a:lnTo>
                  <a:pt x="414887" y="4134255"/>
                </a:lnTo>
                <a:lnTo>
                  <a:pt x="416855" y="4103825"/>
                </a:lnTo>
                <a:lnTo>
                  <a:pt x="416855" y="4103824"/>
                </a:lnTo>
                <a:cubicBezTo>
                  <a:pt x="415879" y="4083701"/>
                  <a:pt x="410497" y="4063841"/>
                  <a:pt x="401733" y="4043838"/>
                </a:cubicBezTo>
                <a:lnTo>
                  <a:pt x="401733" y="4043837"/>
                </a:lnTo>
                <a:lnTo>
                  <a:pt x="386040" y="3962159"/>
                </a:lnTo>
                <a:lnTo>
                  <a:pt x="395544" y="3923124"/>
                </a:lnTo>
                <a:cubicBezTo>
                  <a:pt x="400804" y="3910318"/>
                  <a:pt x="408210" y="3897721"/>
                  <a:pt x="417925" y="3885338"/>
                </a:cubicBezTo>
                <a:lnTo>
                  <a:pt x="417926" y="3885336"/>
                </a:lnTo>
                <a:lnTo>
                  <a:pt x="426528" y="3868763"/>
                </a:lnTo>
                <a:lnTo>
                  <a:pt x="427308" y="3852619"/>
                </a:lnTo>
                <a:lnTo>
                  <a:pt x="427308" y="3852618"/>
                </a:lnTo>
                <a:cubicBezTo>
                  <a:pt x="425642" y="3842045"/>
                  <a:pt x="420022" y="3831901"/>
                  <a:pt x="412973" y="3822471"/>
                </a:cubicBezTo>
                <a:lnTo>
                  <a:pt x="398042" y="3789775"/>
                </a:lnTo>
                <a:lnTo>
                  <a:pt x="404399" y="3754652"/>
                </a:lnTo>
                <a:cubicBezTo>
                  <a:pt x="407067" y="3749125"/>
                  <a:pt x="405733" y="3741315"/>
                  <a:pt x="404781" y="3734837"/>
                </a:cubicBezTo>
                <a:lnTo>
                  <a:pt x="404781" y="3734836"/>
                </a:lnTo>
                <a:lnTo>
                  <a:pt x="400733" y="3680163"/>
                </a:lnTo>
                <a:lnTo>
                  <a:pt x="407246" y="3654415"/>
                </a:lnTo>
                <a:cubicBezTo>
                  <a:pt x="411056" y="3646122"/>
                  <a:pt x="416735" y="3638157"/>
                  <a:pt x="424974" y="3630632"/>
                </a:cubicBezTo>
                <a:cubicBezTo>
                  <a:pt x="431452" y="3624725"/>
                  <a:pt x="434118" y="3614819"/>
                  <a:pt x="438500" y="3606817"/>
                </a:cubicBezTo>
                <a:cubicBezTo>
                  <a:pt x="447455" y="3590053"/>
                  <a:pt x="451503" y="3582004"/>
                  <a:pt x="450598" y="3574408"/>
                </a:cubicBezTo>
                <a:lnTo>
                  <a:pt x="450598" y="3574407"/>
                </a:lnTo>
                <a:cubicBezTo>
                  <a:pt x="449693" y="3566810"/>
                  <a:pt x="443835" y="3559667"/>
                  <a:pt x="432976" y="3544712"/>
                </a:cubicBezTo>
                <a:cubicBezTo>
                  <a:pt x="421546" y="3529089"/>
                  <a:pt x="409925" y="3507562"/>
                  <a:pt x="410877" y="3489466"/>
                </a:cubicBezTo>
                <a:cubicBezTo>
                  <a:pt x="416591" y="3380304"/>
                  <a:pt x="389159" y="3276479"/>
                  <a:pt x="363250" y="3172653"/>
                </a:cubicBezTo>
                <a:lnTo>
                  <a:pt x="350796" y="3077401"/>
                </a:lnTo>
                <a:lnTo>
                  <a:pt x="362488" y="2982148"/>
                </a:lnTo>
                <a:cubicBezTo>
                  <a:pt x="365441" y="2970575"/>
                  <a:pt x="366442" y="2959156"/>
                  <a:pt x="366072" y="2947862"/>
                </a:cubicBezTo>
                <a:lnTo>
                  <a:pt x="366072" y="2947861"/>
                </a:lnTo>
                <a:lnTo>
                  <a:pt x="366072" y="2947858"/>
                </a:lnTo>
                <a:lnTo>
                  <a:pt x="361441" y="2914327"/>
                </a:lnTo>
                <a:lnTo>
                  <a:pt x="358166" y="2903544"/>
                </a:lnTo>
                <a:lnTo>
                  <a:pt x="357138" y="2897784"/>
                </a:lnTo>
                <a:cubicBezTo>
                  <a:pt x="352392" y="2881306"/>
                  <a:pt x="346534" y="2865009"/>
                  <a:pt x="341533" y="2848792"/>
                </a:cubicBezTo>
                <a:close/>
                <a:moveTo>
                  <a:pt x="296001" y="2745351"/>
                </a:moveTo>
                <a:lnTo>
                  <a:pt x="289670" y="2770757"/>
                </a:lnTo>
                <a:lnTo>
                  <a:pt x="290080" y="2778005"/>
                </a:lnTo>
                <a:lnTo>
                  <a:pt x="289301" y="2782304"/>
                </a:lnTo>
                <a:lnTo>
                  <a:pt x="290501" y="2785439"/>
                </a:lnTo>
                <a:lnTo>
                  <a:pt x="290929" y="2793022"/>
                </a:lnTo>
                <a:lnTo>
                  <a:pt x="300579" y="2811779"/>
                </a:lnTo>
                <a:lnTo>
                  <a:pt x="300582" y="2811786"/>
                </a:lnTo>
                <a:lnTo>
                  <a:pt x="300583" y="2811786"/>
                </a:lnTo>
                <a:lnTo>
                  <a:pt x="300579" y="2811779"/>
                </a:lnTo>
                <a:lnTo>
                  <a:pt x="290501" y="2785439"/>
                </a:lnTo>
                <a:lnTo>
                  <a:pt x="290080" y="2778005"/>
                </a:lnTo>
                <a:close/>
                <a:moveTo>
                  <a:pt x="817328" y="1508457"/>
                </a:moveTo>
                <a:lnTo>
                  <a:pt x="845421" y="1596212"/>
                </a:lnTo>
                <a:cubicBezTo>
                  <a:pt x="847898" y="1604977"/>
                  <a:pt x="846373" y="1615835"/>
                  <a:pt x="843517" y="1624979"/>
                </a:cubicBezTo>
                <a:cubicBezTo>
                  <a:pt x="833801" y="1656222"/>
                  <a:pt x="809415" y="1676035"/>
                  <a:pt x="786935" y="1697752"/>
                </a:cubicBezTo>
                <a:cubicBezTo>
                  <a:pt x="777029" y="1707278"/>
                  <a:pt x="769981" y="1720422"/>
                  <a:pt x="764267" y="1733187"/>
                </a:cubicBezTo>
                <a:cubicBezTo>
                  <a:pt x="749595" y="1766334"/>
                  <a:pt x="736452" y="1800245"/>
                  <a:pt x="722546" y="1833774"/>
                </a:cubicBezTo>
                <a:cubicBezTo>
                  <a:pt x="721212" y="1837012"/>
                  <a:pt x="717783" y="1839678"/>
                  <a:pt x="714925" y="1842157"/>
                </a:cubicBezTo>
                <a:cubicBezTo>
                  <a:pt x="684824" y="1866921"/>
                  <a:pt x="654535" y="1891496"/>
                  <a:pt x="624434" y="1916453"/>
                </a:cubicBezTo>
                <a:cubicBezTo>
                  <a:pt x="618720" y="1921215"/>
                  <a:pt x="614528" y="1928075"/>
                  <a:pt x="609004" y="1933218"/>
                </a:cubicBezTo>
                <a:cubicBezTo>
                  <a:pt x="601384" y="1940458"/>
                  <a:pt x="594143" y="1949602"/>
                  <a:pt x="584999" y="1953412"/>
                </a:cubicBezTo>
                <a:cubicBezTo>
                  <a:pt x="556234" y="1965223"/>
                  <a:pt x="543850" y="1987893"/>
                  <a:pt x="538516" y="2016468"/>
                </a:cubicBezTo>
                <a:cubicBezTo>
                  <a:pt x="533563" y="2042569"/>
                  <a:pt x="529371" y="2068668"/>
                  <a:pt x="523657" y="2094577"/>
                </a:cubicBezTo>
                <a:cubicBezTo>
                  <a:pt x="516799" y="2126200"/>
                  <a:pt x="509369" y="2157635"/>
                  <a:pt x="500986" y="2188878"/>
                </a:cubicBezTo>
                <a:cubicBezTo>
                  <a:pt x="497366" y="2202403"/>
                  <a:pt x="493176" y="2216691"/>
                  <a:pt x="485746" y="2228313"/>
                </a:cubicBezTo>
                <a:cubicBezTo>
                  <a:pt x="465171" y="2260889"/>
                  <a:pt x="451265" y="2295752"/>
                  <a:pt x="456789" y="2334043"/>
                </a:cubicBezTo>
                <a:cubicBezTo>
                  <a:pt x="461171" y="2364714"/>
                  <a:pt x="449931" y="2390433"/>
                  <a:pt x="432404" y="2409484"/>
                </a:cubicBezTo>
                <a:cubicBezTo>
                  <a:pt x="424451" y="2418153"/>
                  <a:pt x="418938" y="2426976"/>
                  <a:pt x="415303" y="2435912"/>
                </a:cubicBezTo>
                <a:lnTo>
                  <a:pt x="415303" y="2435912"/>
                </a:lnTo>
                <a:lnTo>
                  <a:pt x="415303" y="2435912"/>
                </a:lnTo>
                <a:lnTo>
                  <a:pt x="414227" y="2440915"/>
                </a:lnTo>
                <a:lnTo>
                  <a:pt x="409472" y="2463016"/>
                </a:lnTo>
                <a:lnTo>
                  <a:pt x="409472" y="2463017"/>
                </a:lnTo>
                <a:lnTo>
                  <a:pt x="411535" y="2490550"/>
                </a:lnTo>
                <a:lnTo>
                  <a:pt x="418115" y="2518261"/>
                </a:lnTo>
                <a:lnTo>
                  <a:pt x="418115" y="2518264"/>
                </a:lnTo>
                <a:lnTo>
                  <a:pt x="421759" y="2545006"/>
                </a:lnTo>
                <a:lnTo>
                  <a:pt x="417545" y="2571033"/>
                </a:lnTo>
                <a:cubicBezTo>
                  <a:pt x="405543" y="2612944"/>
                  <a:pt x="372966" y="2640949"/>
                  <a:pt x="344391" y="2668000"/>
                </a:cubicBezTo>
                <a:cubicBezTo>
                  <a:pt x="320006" y="2691053"/>
                  <a:pt x="306290" y="2716962"/>
                  <a:pt x="296001" y="2745347"/>
                </a:cubicBezTo>
                <a:lnTo>
                  <a:pt x="296001" y="2745348"/>
                </a:lnTo>
                <a:cubicBezTo>
                  <a:pt x="306290" y="2716963"/>
                  <a:pt x="320006" y="2691054"/>
                  <a:pt x="344391" y="2668001"/>
                </a:cubicBezTo>
                <a:cubicBezTo>
                  <a:pt x="372966" y="2640950"/>
                  <a:pt x="405543" y="2612945"/>
                  <a:pt x="417545" y="2571034"/>
                </a:cubicBezTo>
                <a:cubicBezTo>
                  <a:pt x="420117" y="2561985"/>
                  <a:pt x="421593" y="2553555"/>
                  <a:pt x="421760" y="2545006"/>
                </a:cubicBezTo>
                <a:lnTo>
                  <a:pt x="421759" y="2545006"/>
                </a:lnTo>
                <a:lnTo>
                  <a:pt x="421760" y="2545005"/>
                </a:lnTo>
                <a:cubicBezTo>
                  <a:pt x="421926" y="2536456"/>
                  <a:pt x="420783" y="2527789"/>
                  <a:pt x="418115" y="2518263"/>
                </a:cubicBezTo>
                <a:lnTo>
                  <a:pt x="418115" y="2518261"/>
                </a:lnTo>
                <a:lnTo>
                  <a:pt x="409472" y="2463017"/>
                </a:lnTo>
                <a:lnTo>
                  <a:pt x="414227" y="2440915"/>
                </a:lnTo>
                <a:lnTo>
                  <a:pt x="415303" y="2435912"/>
                </a:lnTo>
                <a:lnTo>
                  <a:pt x="432404" y="2409485"/>
                </a:lnTo>
                <a:cubicBezTo>
                  <a:pt x="449931" y="2390434"/>
                  <a:pt x="461171" y="2364715"/>
                  <a:pt x="456789" y="2334044"/>
                </a:cubicBezTo>
                <a:cubicBezTo>
                  <a:pt x="451265" y="2295753"/>
                  <a:pt x="465171" y="2260890"/>
                  <a:pt x="485746" y="2228314"/>
                </a:cubicBezTo>
                <a:cubicBezTo>
                  <a:pt x="493176" y="2216692"/>
                  <a:pt x="497366" y="2202404"/>
                  <a:pt x="500986" y="2188879"/>
                </a:cubicBezTo>
                <a:cubicBezTo>
                  <a:pt x="509369" y="2157636"/>
                  <a:pt x="516799" y="2126201"/>
                  <a:pt x="523657" y="2094578"/>
                </a:cubicBezTo>
                <a:cubicBezTo>
                  <a:pt x="529371" y="2068669"/>
                  <a:pt x="533563" y="2042570"/>
                  <a:pt x="538516" y="2016469"/>
                </a:cubicBezTo>
                <a:cubicBezTo>
                  <a:pt x="543850" y="1987894"/>
                  <a:pt x="556234" y="1965224"/>
                  <a:pt x="584999" y="1953413"/>
                </a:cubicBezTo>
                <a:cubicBezTo>
                  <a:pt x="594143" y="1949603"/>
                  <a:pt x="601384" y="1940459"/>
                  <a:pt x="609004" y="1933219"/>
                </a:cubicBezTo>
                <a:cubicBezTo>
                  <a:pt x="614528" y="1928076"/>
                  <a:pt x="618720" y="1921216"/>
                  <a:pt x="624434" y="1916454"/>
                </a:cubicBezTo>
                <a:cubicBezTo>
                  <a:pt x="654535" y="1891497"/>
                  <a:pt x="684824" y="1866922"/>
                  <a:pt x="714925" y="1842158"/>
                </a:cubicBezTo>
                <a:cubicBezTo>
                  <a:pt x="717783" y="1839679"/>
                  <a:pt x="721212" y="1837013"/>
                  <a:pt x="722546" y="1833775"/>
                </a:cubicBezTo>
                <a:cubicBezTo>
                  <a:pt x="736452" y="1800246"/>
                  <a:pt x="749596" y="1766335"/>
                  <a:pt x="764267" y="1733188"/>
                </a:cubicBezTo>
                <a:cubicBezTo>
                  <a:pt x="769981" y="1720423"/>
                  <a:pt x="777029" y="1707279"/>
                  <a:pt x="786936" y="1697753"/>
                </a:cubicBezTo>
                <a:cubicBezTo>
                  <a:pt x="809416" y="1676036"/>
                  <a:pt x="833801" y="1656223"/>
                  <a:pt x="843517" y="1624980"/>
                </a:cubicBezTo>
                <a:cubicBezTo>
                  <a:pt x="846374" y="1615836"/>
                  <a:pt x="847899" y="1604978"/>
                  <a:pt x="845422" y="1596213"/>
                </a:cubicBezTo>
                <a:close/>
                <a:moveTo>
                  <a:pt x="798723" y="1459072"/>
                </a:moveTo>
                <a:lnTo>
                  <a:pt x="807941" y="1481571"/>
                </a:lnTo>
                <a:lnTo>
                  <a:pt x="798724" y="1459073"/>
                </a:lnTo>
                <a:close/>
                <a:moveTo>
                  <a:pt x="779530" y="1268757"/>
                </a:moveTo>
                <a:lnTo>
                  <a:pt x="774363" y="1286068"/>
                </a:lnTo>
                <a:cubicBezTo>
                  <a:pt x="759789" y="1306929"/>
                  <a:pt x="753550" y="1328551"/>
                  <a:pt x="752025" y="1350626"/>
                </a:cubicBezTo>
                <a:lnTo>
                  <a:pt x="757620" y="1413839"/>
                </a:lnTo>
                <a:lnTo>
                  <a:pt x="752026" y="1350627"/>
                </a:lnTo>
                <a:cubicBezTo>
                  <a:pt x="753550" y="1328552"/>
                  <a:pt x="759790" y="1306929"/>
                  <a:pt x="774363" y="1286069"/>
                </a:cubicBezTo>
                <a:cubicBezTo>
                  <a:pt x="777506" y="1281688"/>
                  <a:pt x="779078" y="1275401"/>
                  <a:pt x="779530" y="1268757"/>
                </a:cubicBezTo>
                <a:close/>
                <a:moveTo>
                  <a:pt x="837801" y="773034"/>
                </a:moveTo>
                <a:lnTo>
                  <a:pt x="829801" y="854378"/>
                </a:lnTo>
                <a:cubicBezTo>
                  <a:pt x="827515" y="878955"/>
                  <a:pt x="826753" y="903721"/>
                  <a:pt x="798747" y="915342"/>
                </a:cubicBezTo>
                <a:cubicBezTo>
                  <a:pt x="794365" y="917058"/>
                  <a:pt x="791127" y="922772"/>
                  <a:pt x="788269" y="927154"/>
                </a:cubicBezTo>
                <a:cubicBezTo>
                  <a:pt x="744261" y="994784"/>
                  <a:pt x="745405" y="1030979"/>
                  <a:pt x="791889" y="1097086"/>
                </a:cubicBezTo>
                <a:cubicBezTo>
                  <a:pt x="796651" y="1103944"/>
                  <a:pt x="800081" y="1118612"/>
                  <a:pt x="796271" y="1123184"/>
                </a:cubicBezTo>
                <a:cubicBezTo>
                  <a:pt x="780459" y="1142616"/>
                  <a:pt x="773411" y="1162953"/>
                  <a:pt x="771553" y="1184028"/>
                </a:cubicBezTo>
                <a:cubicBezTo>
                  <a:pt x="773411" y="1162953"/>
                  <a:pt x="780460" y="1142617"/>
                  <a:pt x="796272" y="1123185"/>
                </a:cubicBezTo>
                <a:cubicBezTo>
                  <a:pt x="800082" y="1118613"/>
                  <a:pt x="796652" y="1103945"/>
                  <a:pt x="791890" y="1097087"/>
                </a:cubicBezTo>
                <a:cubicBezTo>
                  <a:pt x="745406" y="1030980"/>
                  <a:pt x="744262" y="994785"/>
                  <a:pt x="788270" y="927155"/>
                </a:cubicBezTo>
                <a:cubicBezTo>
                  <a:pt x="791128" y="922773"/>
                  <a:pt x="794366" y="917059"/>
                  <a:pt x="798748" y="915343"/>
                </a:cubicBezTo>
                <a:cubicBezTo>
                  <a:pt x="826753" y="903722"/>
                  <a:pt x="827515" y="878956"/>
                  <a:pt x="829801" y="854379"/>
                </a:cubicBezTo>
                <a:cubicBezTo>
                  <a:pt x="832277" y="827329"/>
                  <a:pt x="835515" y="800276"/>
                  <a:pt x="837801" y="773035"/>
                </a:cubicBezTo>
                <a:close/>
                <a:moveTo>
                  <a:pt x="782400" y="517850"/>
                </a:moveTo>
                <a:lnTo>
                  <a:pt x="791317" y="556046"/>
                </a:lnTo>
                <a:cubicBezTo>
                  <a:pt x="793413" y="564047"/>
                  <a:pt x="798937" y="572621"/>
                  <a:pt x="797795" y="580049"/>
                </a:cubicBezTo>
                <a:cubicBezTo>
                  <a:pt x="794461" y="601577"/>
                  <a:pt x="796890" y="622200"/>
                  <a:pt x="801176" y="642536"/>
                </a:cubicBezTo>
                <a:lnTo>
                  <a:pt x="813700" y="694927"/>
                </a:lnTo>
                <a:lnTo>
                  <a:pt x="801177" y="642537"/>
                </a:lnTo>
                <a:cubicBezTo>
                  <a:pt x="796891" y="622200"/>
                  <a:pt x="794462" y="601578"/>
                  <a:pt x="797796" y="580050"/>
                </a:cubicBezTo>
                <a:cubicBezTo>
                  <a:pt x="798938" y="572622"/>
                  <a:pt x="793414" y="564048"/>
                  <a:pt x="791318" y="556047"/>
                </a:cubicBezTo>
                <a:close/>
                <a:moveTo>
                  <a:pt x="783887" y="313532"/>
                </a:moveTo>
                <a:lnTo>
                  <a:pt x="786245" y="324057"/>
                </a:lnTo>
                <a:cubicBezTo>
                  <a:pt x="786031" y="328963"/>
                  <a:pt x="785126" y="334583"/>
                  <a:pt x="784459" y="338869"/>
                </a:cubicBezTo>
                <a:lnTo>
                  <a:pt x="784454" y="338897"/>
                </a:lnTo>
                <a:lnTo>
                  <a:pt x="778363" y="367327"/>
                </a:lnTo>
                <a:lnTo>
                  <a:pt x="774553" y="395639"/>
                </a:lnTo>
                <a:lnTo>
                  <a:pt x="784454" y="338897"/>
                </a:lnTo>
                <a:lnTo>
                  <a:pt x="784460" y="338870"/>
                </a:lnTo>
                <a:cubicBezTo>
                  <a:pt x="785794" y="330298"/>
                  <a:pt x="788080" y="316389"/>
                  <a:pt x="783888" y="313533"/>
                </a:cubicBezTo>
                <a:close/>
                <a:moveTo>
                  <a:pt x="761560" y="281567"/>
                </a:moveTo>
                <a:lnTo>
                  <a:pt x="766454" y="295414"/>
                </a:lnTo>
                <a:lnTo>
                  <a:pt x="766455" y="295414"/>
                </a:lnTo>
                <a:close/>
                <a:moveTo>
                  <a:pt x="774880" y="24485"/>
                </a:moveTo>
                <a:lnTo>
                  <a:pt x="777142" y="74128"/>
                </a:lnTo>
                <a:cubicBezTo>
                  <a:pt x="775758" y="100173"/>
                  <a:pt x="771253" y="125875"/>
                  <a:pt x="767023" y="151568"/>
                </a:cubicBezTo>
                <a:lnTo>
                  <a:pt x="766824" y="153387"/>
                </a:lnTo>
                <a:lnTo>
                  <a:pt x="763010" y="177270"/>
                </a:lnTo>
                <a:lnTo>
                  <a:pt x="758551" y="228943"/>
                </a:lnTo>
                <a:lnTo>
                  <a:pt x="766824" y="153387"/>
                </a:lnTo>
                <a:lnTo>
                  <a:pt x="771220" y="125860"/>
                </a:lnTo>
                <a:cubicBezTo>
                  <a:pt x="773910" y="108702"/>
                  <a:pt x="776220" y="91491"/>
                  <a:pt x="777143" y="74128"/>
                </a:cubicBezTo>
                <a:close/>
                <a:moveTo>
                  <a:pt x="313354" y="0"/>
                </a:moveTo>
                <a:lnTo>
                  <a:pt x="777461" y="0"/>
                </a:lnTo>
                <a:lnTo>
                  <a:pt x="774743" y="21485"/>
                </a:lnTo>
                <a:lnTo>
                  <a:pt x="777461" y="0"/>
                </a:lnTo>
                <a:lnTo>
                  <a:pt x="4543952" y="1"/>
                </a:lnTo>
                <a:lnTo>
                  <a:pt x="4543952" y="6858000"/>
                </a:lnTo>
                <a:lnTo>
                  <a:pt x="284400" y="6858000"/>
                </a:lnTo>
                <a:lnTo>
                  <a:pt x="112147" y="6858000"/>
                </a:lnTo>
                <a:lnTo>
                  <a:pt x="102447" y="6815515"/>
                </a:lnTo>
                <a:cubicBezTo>
                  <a:pt x="96923" y="6793034"/>
                  <a:pt x="87016" y="6771318"/>
                  <a:pt x="83396" y="6748457"/>
                </a:cubicBezTo>
                <a:cubicBezTo>
                  <a:pt x="74824" y="6694163"/>
                  <a:pt x="68728" y="6639487"/>
                  <a:pt x="61870" y="6584811"/>
                </a:cubicBezTo>
                <a:cubicBezTo>
                  <a:pt x="54821" y="6528423"/>
                  <a:pt x="47391" y="6472224"/>
                  <a:pt x="41105" y="6415832"/>
                </a:cubicBezTo>
                <a:cubicBezTo>
                  <a:pt x="37865" y="6384971"/>
                  <a:pt x="37295" y="6353918"/>
                  <a:pt x="34247" y="6323057"/>
                </a:cubicBezTo>
                <a:cubicBezTo>
                  <a:pt x="31579" y="6296004"/>
                  <a:pt x="26626" y="6269143"/>
                  <a:pt x="23386" y="6242092"/>
                </a:cubicBezTo>
                <a:cubicBezTo>
                  <a:pt x="20720" y="6218659"/>
                  <a:pt x="19196" y="6195036"/>
                  <a:pt x="16528" y="6171604"/>
                </a:cubicBezTo>
                <a:cubicBezTo>
                  <a:pt x="12148" y="6134074"/>
                  <a:pt x="7194" y="6096735"/>
                  <a:pt x="2622" y="6059396"/>
                </a:cubicBezTo>
                <a:lnTo>
                  <a:pt x="0" y="6041768"/>
                </a:lnTo>
                <a:lnTo>
                  <a:pt x="0" y="6000936"/>
                </a:lnTo>
                <a:lnTo>
                  <a:pt x="3670" y="5957594"/>
                </a:lnTo>
                <a:lnTo>
                  <a:pt x="0" y="5912510"/>
                </a:lnTo>
                <a:lnTo>
                  <a:pt x="0" y="5886400"/>
                </a:lnTo>
                <a:lnTo>
                  <a:pt x="1098" y="5864317"/>
                </a:lnTo>
                <a:cubicBezTo>
                  <a:pt x="7576" y="5839360"/>
                  <a:pt x="16720" y="5815168"/>
                  <a:pt x="24720" y="5790591"/>
                </a:cubicBezTo>
                <a:cubicBezTo>
                  <a:pt x="25672" y="5787923"/>
                  <a:pt x="25864" y="5784685"/>
                  <a:pt x="26434" y="5781829"/>
                </a:cubicBezTo>
                <a:cubicBezTo>
                  <a:pt x="29675" y="5765634"/>
                  <a:pt x="32913" y="5749633"/>
                  <a:pt x="35771" y="5733439"/>
                </a:cubicBezTo>
                <a:cubicBezTo>
                  <a:pt x="37295" y="5724677"/>
                  <a:pt x="37485" y="5715722"/>
                  <a:pt x="38819" y="5706958"/>
                </a:cubicBezTo>
                <a:cubicBezTo>
                  <a:pt x="44153" y="5673049"/>
                  <a:pt x="35199" y="5635710"/>
                  <a:pt x="58250" y="5606371"/>
                </a:cubicBezTo>
                <a:cubicBezTo>
                  <a:pt x="73110" y="5587320"/>
                  <a:pt x="69680" y="5568841"/>
                  <a:pt x="67394" y="5548459"/>
                </a:cubicBezTo>
                <a:cubicBezTo>
                  <a:pt x="65680" y="5533026"/>
                  <a:pt x="66252" y="5517214"/>
                  <a:pt x="66060" y="5501593"/>
                </a:cubicBezTo>
                <a:cubicBezTo>
                  <a:pt x="65490" y="5474160"/>
                  <a:pt x="65298" y="5446727"/>
                  <a:pt x="64346" y="5419294"/>
                </a:cubicBezTo>
                <a:cubicBezTo>
                  <a:pt x="63966" y="5410530"/>
                  <a:pt x="59202" y="5401578"/>
                  <a:pt x="59964" y="5393004"/>
                </a:cubicBezTo>
                <a:cubicBezTo>
                  <a:pt x="63584" y="5353378"/>
                  <a:pt x="69300" y="5313753"/>
                  <a:pt x="72538" y="5274128"/>
                </a:cubicBezTo>
                <a:cubicBezTo>
                  <a:pt x="74442" y="5251649"/>
                  <a:pt x="70824" y="5228596"/>
                  <a:pt x="73490" y="5206307"/>
                </a:cubicBezTo>
                <a:cubicBezTo>
                  <a:pt x="76538" y="5180590"/>
                  <a:pt x="84348" y="5155444"/>
                  <a:pt x="89113" y="5129915"/>
                </a:cubicBezTo>
                <a:cubicBezTo>
                  <a:pt x="90445" y="5122866"/>
                  <a:pt x="88731" y="5115056"/>
                  <a:pt x="88351" y="5107626"/>
                </a:cubicBezTo>
                <a:cubicBezTo>
                  <a:pt x="87968" y="5099244"/>
                  <a:pt x="87206" y="5091051"/>
                  <a:pt x="87016" y="5082669"/>
                </a:cubicBezTo>
                <a:cubicBezTo>
                  <a:pt x="86634" y="5057140"/>
                  <a:pt x="87206" y="5031613"/>
                  <a:pt x="85872" y="5006085"/>
                </a:cubicBezTo>
                <a:cubicBezTo>
                  <a:pt x="85110" y="4990464"/>
                  <a:pt x="77300" y="4974081"/>
                  <a:pt x="80158" y="4959601"/>
                </a:cubicBezTo>
                <a:cubicBezTo>
                  <a:pt x="85682" y="4930074"/>
                  <a:pt x="73300" y="4900545"/>
                  <a:pt x="83586" y="4871018"/>
                </a:cubicBezTo>
                <a:cubicBezTo>
                  <a:pt x="86634" y="4861872"/>
                  <a:pt x="79014" y="4849299"/>
                  <a:pt x="78634" y="4838249"/>
                </a:cubicBezTo>
                <a:cubicBezTo>
                  <a:pt x="77682" y="4810626"/>
                  <a:pt x="77872" y="4783003"/>
                  <a:pt x="78062" y="4755380"/>
                </a:cubicBezTo>
                <a:cubicBezTo>
                  <a:pt x="78252" y="4730613"/>
                  <a:pt x="75586" y="4704894"/>
                  <a:pt x="80920" y="4681082"/>
                </a:cubicBezTo>
                <a:cubicBezTo>
                  <a:pt x="86634" y="4656125"/>
                  <a:pt x="85872" y="4633646"/>
                  <a:pt x="79396" y="4609451"/>
                </a:cubicBezTo>
                <a:cubicBezTo>
                  <a:pt x="75014" y="4592877"/>
                  <a:pt x="74442" y="4575350"/>
                  <a:pt x="73110" y="4558206"/>
                </a:cubicBezTo>
                <a:cubicBezTo>
                  <a:pt x="71586" y="4539727"/>
                  <a:pt x="75586" y="4519342"/>
                  <a:pt x="69300" y="4502578"/>
                </a:cubicBezTo>
                <a:cubicBezTo>
                  <a:pt x="50629" y="4452664"/>
                  <a:pt x="46629" y="4401418"/>
                  <a:pt x="46629" y="4349221"/>
                </a:cubicBezTo>
                <a:cubicBezTo>
                  <a:pt x="46629" y="4339694"/>
                  <a:pt x="49295" y="4329978"/>
                  <a:pt x="52153" y="4320836"/>
                </a:cubicBezTo>
                <a:cubicBezTo>
                  <a:pt x="69300" y="4267492"/>
                  <a:pt x="67776" y="4213960"/>
                  <a:pt x="57297" y="4159666"/>
                </a:cubicBezTo>
                <a:cubicBezTo>
                  <a:pt x="55011" y="4148426"/>
                  <a:pt x="54629" y="4135853"/>
                  <a:pt x="56915" y="4124613"/>
                </a:cubicBezTo>
                <a:cubicBezTo>
                  <a:pt x="63584" y="4092988"/>
                  <a:pt x="74634" y="4062317"/>
                  <a:pt x="79396" y="4030502"/>
                </a:cubicBezTo>
                <a:cubicBezTo>
                  <a:pt x="87206" y="3977924"/>
                  <a:pt x="60918" y="3932393"/>
                  <a:pt x="43771" y="3885337"/>
                </a:cubicBezTo>
                <a:cubicBezTo>
                  <a:pt x="31627" y="3851760"/>
                  <a:pt x="8016" y="3821934"/>
                  <a:pt x="426" y="3786776"/>
                </a:cubicBezTo>
                <a:lnTo>
                  <a:pt x="0" y="3773896"/>
                </a:lnTo>
                <a:lnTo>
                  <a:pt x="0" y="3393881"/>
                </a:lnTo>
                <a:lnTo>
                  <a:pt x="11838" y="3359515"/>
                </a:lnTo>
                <a:cubicBezTo>
                  <a:pt x="14434" y="3346204"/>
                  <a:pt x="14910" y="3332773"/>
                  <a:pt x="12910" y="3318770"/>
                </a:cubicBezTo>
                <a:cubicBezTo>
                  <a:pt x="12243" y="3314103"/>
                  <a:pt x="9909" y="3308769"/>
                  <a:pt x="6718" y="3304078"/>
                </a:cubicBezTo>
                <a:lnTo>
                  <a:pt x="0" y="3297656"/>
                </a:lnTo>
                <a:lnTo>
                  <a:pt x="0" y="3207866"/>
                </a:lnTo>
                <a:lnTo>
                  <a:pt x="15553" y="3186770"/>
                </a:lnTo>
                <a:cubicBezTo>
                  <a:pt x="28483" y="3162328"/>
                  <a:pt x="30484" y="3134646"/>
                  <a:pt x="36341" y="3107499"/>
                </a:cubicBezTo>
                <a:cubicBezTo>
                  <a:pt x="41105" y="3085402"/>
                  <a:pt x="41295" y="3064826"/>
                  <a:pt x="38057" y="3042727"/>
                </a:cubicBezTo>
                <a:cubicBezTo>
                  <a:pt x="30817" y="2994721"/>
                  <a:pt x="41105" y="2948046"/>
                  <a:pt x="54249" y="2901942"/>
                </a:cubicBezTo>
                <a:cubicBezTo>
                  <a:pt x="63012" y="2871461"/>
                  <a:pt x="68346" y="2840218"/>
                  <a:pt x="77300" y="2809929"/>
                </a:cubicBezTo>
                <a:cubicBezTo>
                  <a:pt x="84158" y="2787258"/>
                  <a:pt x="92351" y="2764589"/>
                  <a:pt x="103399" y="2743825"/>
                </a:cubicBezTo>
                <a:cubicBezTo>
                  <a:pt x="119594" y="2713722"/>
                  <a:pt x="143978" y="2687435"/>
                  <a:pt x="137500" y="2649142"/>
                </a:cubicBezTo>
                <a:cubicBezTo>
                  <a:pt x="131786" y="2615420"/>
                  <a:pt x="143786" y="2584941"/>
                  <a:pt x="155217" y="2554078"/>
                </a:cubicBezTo>
                <a:cubicBezTo>
                  <a:pt x="163599" y="2531408"/>
                  <a:pt x="172173" y="2508741"/>
                  <a:pt x="177507" y="2485306"/>
                </a:cubicBezTo>
                <a:cubicBezTo>
                  <a:pt x="183794" y="2457491"/>
                  <a:pt x="181126" y="2426058"/>
                  <a:pt x="192748" y="2401291"/>
                </a:cubicBezTo>
                <a:cubicBezTo>
                  <a:pt x="204940" y="2375382"/>
                  <a:pt x="196748" y="2353858"/>
                  <a:pt x="193318" y="2330805"/>
                </a:cubicBezTo>
                <a:cubicBezTo>
                  <a:pt x="187984" y="2294038"/>
                  <a:pt x="178077" y="2257458"/>
                  <a:pt x="190652" y="2220311"/>
                </a:cubicBezTo>
                <a:cubicBezTo>
                  <a:pt x="205892" y="2175162"/>
                  <a:pt x="222275" y="2130392"/>
                  <a:pt x="236753" y="2085053"/>
                </a:cubicBezTo>
                <a:cubicBezTo>
                  <a:pt x="242280" y="2067524"/>
                  <a:pt x="244566" y="2048667"/>
                  <a:pt x="247042" y="2030377"/>
                </a:cubicBezTo>
                <a:cubicBezTo>
                  <a:pt x="249138" y="2013042"/>
                  <a:pt x="243804" y="1992278"/>
                  <a:pt x="251804" y="1978939"/>
                </a:cubicBezTo>
                <a:cubicBezTo>
                  <a:pt x="272379" y="1944648"/>
                  <a:pt x="282475" y="1909407"/>
                  <a:pt x="282475" y="1869779"/>
                </a:cubicBezTo>
                <a:cubicBezTo>
                  <a:pt x="282475" y="1854919"/>
                  <a:pt x="291049" y="1840440"/>
                  <a:pt x="292573" y="1825392"/>
                </a:cubicBezTo>
                <a:cubicBezTo>
                  <a:pt x="294477" y="1804815"/>
                  <a:pt x="299622" y="1781193"/>
                  <a:pt x="292381" y="1763286"/>
                </a:cubicBezTo>
                <a:cubicBezTo>
                  <a:pt x="275237" y="1721184"/>
                  <a:pt x="289525" y="1687085"/>
                  <a:pt x="306480" y="1650316"/>
                </a:cubicBezTo>
                <a:cubicBezTo>
                  <a:pt x="323244" y="1614119"/>
                  <a:pt x="336579" y="1576018"/>
                  <a:pt x="347629" y="1537536"/>
                </a:cubicBezTo>
                <a:cubicBezTo>
                  <a:pt x="351629" y="1523058"/>
                  <a:pt x="344961" y="1505723"/>
                  <a:pt x="343629" y="1489719"/>
                </a:cubicBezTo>
                <a:cubicBezTo>
                  <a:pt x="343247" y="1484003"/>
                  <a:pt x="342675" y="1477716"/>
                  <a:pt x="344581" y="1472574"/>
                </a:cubicBezTo>
                <a:cubicBezTo>
                  <a:pt x="362870" y="1422853"/>
                  <a:pt x="376776" y="1372367"/>
                  <a:pt x="367252" y="1318455"/>
                </a:cubicBezTo>
                <a:cubicBezTo>
                  <a:pt x="366298" y="1313503"/>
                  <a:pt x="368394" y="1307977"/>
                  <a:pt x="369728" y="1303023"/>
                </a:cubicBezTo>
                <a:cubicBezTo>
                  <a:pt x="376586" y="1278828"/>
                  <a:pt x="387444" y="1255205"/>
                  <a:pt x="389921" y="1230632"/>
                </a:cubicBezTo>
                <a:cubicBezTo>
                  <a:pt x="396017" y="1170050"/>
                  <a:pt x="398495" y="1109090"/>
                  <a:pt x="402495" y="1048124"/>
                </a:cubicBezTo>
                <a:cubicBezTo>
                  <a:pt x="402685" y="1044314"/>
                  <a:pt x="402685" y="1040314"/>
                  <a:pt x="404019" y="1036886"/>
                </a:cubicBezTo>
                <a:cubicBezTo>
                  <a:pt x="412211" y="1014405"/>
                  <a:pt x="409543" y="994784"/>
                  <a:pt x="393923" y="975732"/>
                </a:cubicBezTo>
                <a:cubicBezTo>
                  <a:pt x="387064" y="967349"/>
                  <a:pt x="383444" y="955919"/>
                  <a:pt x="379634" y="945443"/>
                </a:cubicBezTo>
                <a:cubicBezTo>
                  <a:pt x="373918" y="930010"/>
                  <a:pt x="368394" y="914199"/>
                  <a:pt x="364774" y="898197"/>
                </a:cubicBezTo>
                <a:cubicBezTo>
                  <a:pt x="361346" y="882383"/>
                  <a:pt x="356583" y="865429"/>
                  <a:pt x="359250" y="850188"/>
                </a:cubicBezTo>
                <a:cubicBezTo>
                  <a:pt x="364012" y="822755"/>
                  <a:pt x="374680" y="796654"/>
                  <a:pt x="381730" y="769604"/>
                </a:cubicBezTo>
                <a:cubicBezTo>
                  <a:pt x="384206" y="760269"/>
                  <a:pt x="383824" y="749981"/>
                  <a:pt x="384016" y="740267"/>
                </a:cubicBezTo>
                <a:cubicBezTo>
                  <a:pt x="384586" y="717976"/>
                  <a:pt x="379062" y="695115"/>
                  <a:pt x="394875" y="674922"/>
                </a:cubicBezTo>
                <a:cubicBezTo>
                  <a:pt x="409733" y="656254"/>
                  <a:pt x="405353" y="637391"/>
                  <a:pt x="394113" y="617771"/>
                </a:cubicBezTo>
                <a:cubicBezTo>
                  <a:pt x="386110" y="603672"/>
                  <a:pt x="379824" y="587671"/>
                  <a:pt x="376776" y="571859"/>
                </a:cubicBezTo>
                <a:cubicBezTo>
                  <a:pt x="372586" y="550140"/>
                  <a:pt x="370870" y="528614"/>
                  <a:pt x="373348" y="505181"/>
                </a:cubicBezTo>
                <a:cubicBezTo>
                  <a:pt x="375062" y="488606"/>
                  <a:pt x="375824" y="475080"/>
                  <a:pt x="385920" y="462125"/>
                </a:cubicBezTo>
                <a:cubicBezTo>
                  <a:pt x="387444" y="460031"/>
                  <a:pt x="387826" y="456221"/>
                  <a:pt x="387634" y="453363"/>
                </a:cubicBezTo>
                <a:cubicBezTo>
                  <a:pt x="384396" y="415834"/>
                  <a:pt x="386110" y="378685"/>
                  <a:pt x="388399" y="340773"/>
                </a:cubicBezTo>
                <a:cubicBezTo>
                  <a:pt x="391445" y="292578"/>
                  <a:pt x="382492" y="241900"/>
                  <a:pt x="350487" y="200181"/>
                </a:cubicBezTo>
                <a:cubicBezTo>
                  <a:pt x="345723" y="194084"/>
                  <a:pt x="343629" y="184940"/>
                  <a:pt x="342485" y="176938"/>
                </a:cubicBezTo>
                <a:cubicBezTo>
                  <a:pt x="337533" y="139218"/>
                  <a:pt x="334103" y="101307"/>
                  <a:pt x="328579" y="63586"/>
                </a:cubicBezTo>
                <a:cubicBezTo>
                  <a:pt x="325530" y="43011"/>
                  <a:pt x="322862" y="21485"/>
                  <a:pt x="314480" y="2816"/>
                </a:cubicBezTo>
                <a:close/>
              </a:path>
            </a:pathLst>
          </a:custGeom>
          <a:solidFill>
            <a:schemeClr val="bg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9F15C97-C578-44B1-A153-FAD831411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20000" y="-1"/>
            <a:ext cx="874716" cy="6858001"/>
            <a:chOff x="7620000" y="-1"/>
            <a:chExt cx="874716" cy="685800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345C5AB-3960-434D-B3C8-076945B2D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C422897-91F5-40F5-8DD7-5E4E8F500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6343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Abnormal urine color - Wikipedia">
            <a:extLst>
              <a:ext uri="{FF2B5EF4-FFF2-40B4-BE49-F238E27FC236}">
                <a16:creationId xmlns:a16="http://schemas.microsoft.com/office/drawing/2014/main" id="{C2761367-95CC-9C9C-A9B1-1066FEF4C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14510" y="701463"/>
            <a:ext cx="6956124" cy="525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05B80A-2F1E-92A8-E112-1A22141F0A4D}"/>
              </a:ext>
            </a:extLst>
          </p:cNvPr>
          <p:cNvSpPr txBox="1"/>
          <p:nvPr/>
        </p:nvSpPr>
        <p:spPr>
          <a:xfrm>
            <a:off x="1103359" y="2697342"/>
            <a:ext cx="5133594" cy="14633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en-US" sz="4400" b="1" dirty="0"/>
              <a:t>Yummy </a:t>
            </a:r>
          </a:p>
        </p:txBody>
      </p:sp>
    </p:spTree>
    <p:extLst>
      <p:ext uri="{BB962C8B-B14F-4D97-AF65-F5344CB8AC3E}">
        <p14:creationId xmlns:p14="http://schemas.microsoft.com/office/powerpoint/2010/main" val="2513457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FB14398-B8F0-17B7-E6AE-E3A8A03E2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9914468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Urinary Tract Infection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1840B-ECBF-E558-5220-6E795A42D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5024" y="3809999"/>
            <a:ext cx="8833909" cy="2167468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Cystitis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Pyelonephritis </a:t>
            </a:r>
          </a:p>
        </p:txBody>
      </p:sp>
    </p:spTree>
    <p:extLst>
      <p:ext uri="{BB962C8B-B14F-4D97-AF65-F5344CB8AC3E}">
        <p14:creationId xmlns:p14="http://schemas.microsoft.com/office/powerpoint/2010/main" val="3291363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9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0F9A6D-4EA4-F9F2-FED9-6757E4E75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315" y="643467"/>
            <a:ext cx="810336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689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148EF5-6405-1A13-4B71-50ACF5BA4111}"/>
              </a:ext>
            </a:extLst>
          </p:cNvPr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CAUTI Prevention</a:t>
            </a:r>
          </a:p>
        </p:txBody>
      </p:sp>
      <p:pic>
        <p:nvPicPr>
          <p:cNvPr id="3074" name="Picture 2" descr="Best Practices for Management">
            <a:extLst>
              <a:ext uri="{FF2B5EF4-FFF2-40B4-BE49-F238E27FC236}">
                <a16:creationId xmlns:a16="http://schemas.microsoft.com/office/drawing/2014/main" id="{4D61089C-7FDE-1EEE-9E76-ADB2CA91D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16526" y="1029163"/>
            <a:ext cx="7759958" cy="5490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3404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C84C8C-A4A7-ED1A-4B87-03CEAEC03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344AA-B1FB-6E5B-A7AB-6C459C313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980" y="313995"/>
            <a:ext cx="9890760" cy="3115005"/>
          </a:xfrm>
        </p:spPr>
        <p:txBody>
          <a:bodyPr anchor="ctr">
            <a:noAutofit/>
          </a:bodyPr>
          <a:lstStyle/>
          <a:p>
            <a:r>
              <a:rPr lang="en-US" sz="4800" dirty="0"/>
              <a:t>The nurse is teaching a client with recurrent cystitis about preventing UTIs. Which client statement needs correction?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BB52B-E0B7-2678-8F36-1D453416A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3715026"/>
            <a:ext cx="9621520" cy="2282879"/>
          </a:xfrm>
        </p:spPr>
        <p:txBody>
          <a:bodyPr anchor="t"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2400" dirty="0"/>
              <a:t>“I will drink 2-3 liters of water every day.”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/>
              <a:t>“I will limit my water intake in the evening.”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/>
              <a:t>“I will drink cranberry juice daily with breakfast.”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/>
              <a:t>“I will add a tablespoon of apple cider vinegar to one glass of water each day.”</a:t>
            </a:r>
          </a:p>
        </p:txBody>
      </p:sp>
    </p:spTree>
    <p:extLst>
      <p:ext uri="{BB962C8B-B14F-4D97-AF65-F5344CB8AC3E}">
        <p14:creationId xmlns:p14="http://schemas.microsoft.com/office/powerpoint/2010/main" val="763047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94FFBB-DBDC-8464-B492-B9FA5B008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CD106-9CCA-592C-71DD-7756E5708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304801"/>
            <a:ext cx="10583333" cy="3791856"/>
          </a:xfrm>
        </p:spPr>
        <p:txBody>
          <a:bodyPr>
            <a:normAutofit/>
          </a:bodyPr>
          <a:lstStyle/>
          <a:p>
            <a:r>
              <a:rPr lang="en-US" sz="4400" dirty="0"/>
              <a:t>What should the nurse teach a young woman with a history of UTIs about UTI prevention? Select all that apply.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31DAF-4FEF-A1AA-D1FD-99CCD7BCC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3067" y="3647924"/>
            <a:ext cx="10058400" cy="2423549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 dirty="0"/>
              <a:t>Maintain regular bowel elimination 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/>
              <a:t>Limit water intake to 1-2 glasses a day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/>
              <a:t>Wear cotton underwear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/>
              <a:t>Cleanse the perineum from front to back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/>
              <a:t>Practice pelvic muscle exercises (Kegel) daily</a:t>
            </a:r>
          </a:p>
        </p:txBody>
      </p:sp>
    </p:spTree>
    <p:extLst>
      <p:ext uri="{BB962C8B-B14F-4D97-AF65-F5344CB8AC3E}">
        <p14:creationId xmlns:p14="http://schemas.microsoft.com/office/powerpoint/2010/main" val="1866270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D98892-26A4-3B66-0BC9-05C32B5FA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6D8C2-ED09-48B9-F2C4-95D87F5C5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53231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 </a:t>
            </a:r>
            <a:br>
              <a:rPr lang="en-US" dirty="0"/>
            </a:br>
            <a:r>
              <a:rPr lang="en-US" dirty="0"/>
              <a:t>Which patient is most at risk for developing a UTI?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77876-C357-2488-011D-01720F644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583"/>
            <a:ext cx="10515600" cy="2747963"/>
          </a:xfrm>
        </p:spPr>
        <p:txBody>
          <a:bodyPr/>
          <a:lstStyle/>
          <a:p>
            <a:pPr marL="914400" lvl="1" indent="-457200">
              <a:buFont typeface="+mj-lt"/>
              <a:buAutoNum type="alphaUcPeriod"/>
            </a:pPr>
            <a:r>
              <a:rPr lang="en-US" sz="3200" dirty="0"/>
              <a:t>50yo male with kidney stone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3200" dirty="0"/>
              <a:t>32yo pregnant female that takes a bath daily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3200" dirty="0"/>
              <a:t>68yo male with immobility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3200" dirty="0"/>
              <a:t>45yo female with diabetes mellitus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185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5387C4-2C78-0682-1E81-672EE8117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9AD9B-824E-D816-2ABB-EDDCD9798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532311"/>
          </a:xfrm>
        </p:spPr>
        <p:txBody>
          <a:bodyPr>
            <a:normAutofit/>
          </a:bodyPr>
          <a:lstStyle/>
          <a:p>
            <a:r>
              <a:rPr lang="en-US" dirty="0"/>
              <a:t>What signs and symptoms are most likely present in a patient with a UTI? Select all that apply.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6A5C7-B015-8024-ACF8-FDACB9352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733" y="2922836"/>
            <a:ext cx="10515600" cy="2747963"/>
          </a:xfrm>
        </p:spPr>
        <p:txBody>
          <a:bodyPr/>
          <a:lstStyle/>
          <a:p>
            <a:pPr marL="914400" lvl="1" indent="-457200">
              <a:buFont typeface="+mj-lt"/>
              <a:buAutoNum type="alphaUcPeriod"/>
            </a:pPr>
            <a:r>
              <a:rPr lang="en-US" sz="2800" dirty="0"/>
              <a:t>Dysuria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800" dirty="0"/>
              <a:t>Increased frequency of urination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800" dirty="0"/>
              <a:t>Clear and odorless urine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800" dirty="0"/>
              <a:t>Nocturia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800" dirty="0"/>
              <a:t>Upper abdominal pain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796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57B6-FE0B-3171-F0E5-37FBFC276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31B3F-6692-9AC0-C828-D82976F4E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600021"/>
            <a:ext cx="9890760" cy="3115005"/>
          </a:xfrm>
        </p:spPr>
        <p:txBody>
          <a:bodyPr anchor="ctr">
            <a:noAutofit/>
          </a:bodyPr>
          <a:lstStyle/>
          <a:p>
            <a:r>
              <a:rPr lang="en-US" sz="4800" dirty="0"/>
              <a:t>The nurse assesses a client reporting urinary frequency and burning. To determine whether the problem is of renal origin, the nurse assesses for pain in which location?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68FCC-8592-F6D0-83E1-5A33F49B2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3975100"/>
            <a:ext cx="9621520" cy="1794764"/>
          </a:xfrm>
        </p:spPr>
        <p:txBody>
          <a:bodyPr anchor="t"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2400" dirty="0"/>
              <a:t>Right lower quadrant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/>
              <a:t>Epigastric area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/>
              <a:t>Suprapubic area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/>
              <a:t>Costovertebral angle </a:t>
            </a:r>
          </a:p>
        </p:txBody>
      </p:sp>
    </p:spTree>
    <p:extLst>
      <p:ext uri="{BB962C8B-B14F-4D97-AF65-F5344CB8AC3E}">
        <p14:creationId xmlns:p14="http://schemas.microsoft.com/office/powerpoint/2010/main" val="2594319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6CDDE7-5651-0638-37B3-E487BC928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31CFB-071C-06DB-2533-4110BBD07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68" y="670130"/>
            <a:ext cx="10691265" cy="2115403"/>
          </a:xfrm>
        </p:spPr>
        <p:txBody>
          <a:bodyPr>
            <a:normAutofit/>
          </a:bodyPr>
          <a:lstStyle/>
          <a:p>
            <a:r>
              <a:rPr lang="en-US" cap="none" dirty="0"/>
              <a:t>A nurse is educating patients on preventing UTIs. What should the nurse include?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7E39E-B8B1-BB3A-9F6D-098C4C3E8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735" y="2989860"/>
            <a:ext cx="10691265" cy="2727701"/>
          </a:xfrm>
        </p:spPr>
        <p:txBody>
          <a:bodyPr numCol="1"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2800" dirty="0"/>
              <a:t>Soak in a bubble bath weekly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dirty="0"/>
              <a:t>Wipe perineal area from back to front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dirty="0"/>
              <a:t>Limit water intake during the day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dirty="0"/>
              <a:t>Empty the bladder before and after sexual intercourse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FE9AE4-AC23-F05A-72C4-4232B26E7382}"/>
              </a:ext>
            </a:extLst>
          </p:cNvPr>
          <p:cNvSpPr txBox="1"/>
          <p:nvPr/>
        </p:nvSpPr>
        <p:spPr>
          <a:xfrm>
            <a:off x="9422969" y="55328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626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7FAE6E8-1D9E-4905-AAFE-978D33182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6C979C-D837-FF45-6602-4262FBE86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317" y="1354819"/>
            <a:ext cx="10361531" cy="26783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Nephritic vs Nephrotic Syndrome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D6DD1-A9C7-4BA6-55DE-4CA15D69A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7088" y="4414179"/>
            <a:ext cx="7317845" cy="1546353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Glomerulonephritis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Nephrotic Syndrome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9D1CBF-A219-4C01-85A0-9DF6151EE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9FC63AB-02B8-4DDD-8778-397188A37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C0AB7ED-D983-4149-A166-B31B71163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54029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Rectangle 1331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06F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21" name="Rectangle 1332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4" name="Picture 2" descr="Glomerulonephritis Causes, Symptoms, and Treatments">
            <a:extLst>
              <a:ext uri="{FF2B5EF4-FFF2-40B4-BE49-F238E27FC236}">
                <a16:creationId xmlns:a16="http://schemas.microsoft.com/office/drawing/2014/main" id="{F053D17C-C73A-99C8-6C6D-AF2FD331F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10467" y="643467"/>
            <a:ext cx="5571066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7979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923FB7-3F02-6323-BA9F-9BB666C12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666351"/>
            <a:ext cx="10558405" cy="30443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Let’s Make A Table </a:t>
            </a:r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  <a:sym typeface="Wingdings" pitchFamily="2" charset="2"/>
              </a:rPr>
              <a:t> </a:t>
            </a:r>
            <a:endParaRPr lang="en-US" sz="48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74855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1D0DDB-F99F-C1D4-21CA-DC93CD8D0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7DC34-86E9-9956-5A00-DD267E4E2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661128"/>
            <a:ext cx="10769600" cy="2378405"/>
          </a:xfrm>
        </p:spPr>
        <p:txBody>
          <a:bodyPr anchor="ctr">
            <a:noAutofit/>
          </a:bodyPr>
          <a:lstStyle/>
          <a:p>
            <a:r>
              <a:rPr lang="en-US" sz="4800" dirty="0"/>
              <a:t>The nurse cares for a client with nephrotic syndrome. The nurse identifies which key feature of nephrotic syndrome when reviewing the client’s lab results?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9FAB0-A0A1-C645-77A9-AFD80873E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3429000"/>
            <a:ext cx="9621520" cy="2340864"/>
          </a:xfrm>
        </p:spPr>
        <p:txBody>
          <a:bodyPr anchor="t"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Hyperalbuminemia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Hypolipidemia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Decreased coagulation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Proteinuria</a:t>
            </a:r>
          </a:p>
        </p:txBody>
      </p:sp>
    </p:spTree>
    <p:extLst>
      <p:ext uri="{BB962C8B-B14F-4D97-AF65-F5344CB8AC3E}">
        <p14:creationId xmlns:p14="http://schemas.microsoft.com/office/powerpoint/2010/main" val="3257974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26D86A-8421-D621-7BBE-066652521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400" y="1354819"/>
            <a:ext cx="6124576" cy="26783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7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Urinary Obstructions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246A6-023E-6F41-F256-E9139E1B6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4931" y="3673347"/>
            <a:ext cx="4564581" cy="3578354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Kidney Stones (Nephrolithiasis)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Strictures 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253338B-EC15-4112-B0AA-4135021E9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1"/>
            <a:ext cx="4572002" cy="6858002"/>
          </a:xfrm>
          <a:custGeom>
            <a:avLst/>
            <a:gdLst>
              <a:gd name="connsiteX0" fmla="*/ 4214994 w 4572002"/>
              <a:gd name="connsiteY0" fmla="*/ 6564620 h 6858002"/>
              <a:gd name="connsiteX1" fmla="*/ 4214994 w 4572002"/>
              <a:gd name="connsiteY1" fmla="*/ 6564621 h 6858002"/>
              <a:gd name="connsiteX2" fmla="*/ 4237474 w 4572002"/>
              <a:gd name="connsiteY2" fmla="*/ 6588626 h 6858002"/>
              <a:gd name="connsiteX3" fmla="*/ 4254096 w 4572002"/>
              <a:gd name="connsiteY3" fmla="*/ 6625225 h 6858002"/>
              <a:gd name="connsiteX4" fmla="*/ 4247001 w 4572002"/>
              <a:gd name="connsiteY4" fmla="*/ 6662540 h 6858002"/>
              <a:gd name="connsiteX5" fmla="*/ 4247000 w 4572002"/>
              <a:gd name="connsiteY5" fmla="*/ 6662541 h 6858002"/>
              <a:gd name="connsiteX6" fmla="*/ 4246999 w 4572002"/>
              <a:gd name="connsiteY6" fmla="*/ 6662544 h 6858002"/>
              <a:gd name="connsiteX7" fmla="*/ 4235550 w 4572002"/>
              <a:gd name="connsiteY7" fmla="*/ 6683027 h 6858002"/>
              <a:gd name="connsiteX8" fmla="*/ 4232403 w 4572002"/>
              <a:gd name="connsiteY8" fmla="*/ 6702976 h 6858002"/>
              <a:gd name="connsiteX9" fmla="*/ 4232403 w 4572002"/>
              <a:gd name="connsiteY9" fmla="*/ 6702977 h 6858002"/>
              <a:gd name="connsiteX10" fmla="*/ 4246238 w 4572002"/>
              <a:gd name="connsiteY10" fmla="*/ 6742553 h 6858002"/>
              <a:gd name="connsiteX11" fmla="*/ 4246239 w 4572002"/>
              <a:gd name="connsiteY11" fmla="*/ 6742555 h 6858002"/>
              <a:gd name="connsiteX12" fmla="*/ 4265716 w 4572002"/>
              <a:gd name="connsiteY12" fmla="*/ 6812062 h 6858002"/>
              <a:gd name="connsiteX13" fmla="*/ 4265717 w 4572002"/>
              <a:gd name="connsiteY13" fmla="*/ 6812064 h 6858002"/>
              <a:gd name="connsiteX14" fmla="*/ 4265717 w 4572002"/>
              <a:gd name="connsiteY14" fmla="*/ 6812063 h 6858002"/>
              <a:gd name="connsiteX15" fmla="*/ 4265716 w 4572002"/>
              <a:gd name="connsiteY15" fmla="*/ 6812062 h 6858002"/>
              <a:gd name="connsiteX16" fmla="*/ 4260942 w 4572002"/>
              <a:gd name="connsiteY16" fmla="*/ 6776800 h 6858002"/>
              <a:gd name="connsiteX17" fmla="*/ 4246239 w 4572002"/>
              <a:gd name="connsiteY17" fmla="*/ 6742555 h 6858002"/>
              <a:gd name="connsiteX18" fmla="*/ 4246238 w 4572002"/>
              <a:gd name="connsiteY18" fmla="*/ 6742552 h 6858002"/>
              <a:gd name="connsiteX19" fmla="*/ 4232403 w 4572002"/>
              <a:gd name="connsiteY19" fmla="*/ 6702976 h 6858002"/>
              <a:gd name="connsiteX20" fmla="*/ 4246999 w 4572002"/>
              <a:gd name="connsiteY20" fmla="*/ 6662544 h 6858002"/>
              <a:gd name="connsiteX21" fmla="*/ 4247000 w 4572002"/>
              <a:gd name="connsiteY21" fmla="*/ 6662542 h 6858002"/>
              <a:gd name="connsiteX22" fmla="*/ 4247001 w 4572002"/>
              <a:gd name="connsiteY22" fmla="*/ 6662540 h 6858002"/>
              <a:gd name="connsiteX23" fmla="*/ 4254084 w 4572002"/>
              <a:gd name="connsiteY23" fmla="*/ 6645552 h 6858002"/>
              <a:gd name="connsiteX24" fmla="*/ 4254096 w 4572002"/>
              <a:gd name="connsiteY24" fmla="*/ 6625225 h 6858002"/>
              <a:gd name="connsiteX25" fmla="*/ 4254096 w 4572002"/>
              <a:gd name="connsiteY25" fmla="*/ 6625224 h 6858002"/>
              <a:gd name="connsiteX26" fmla="*/ 4237474 w 4572002"/>
              <a:gd name="connsiteY26" fmla="*/ 6588625 h 6858002"/>
              <a:gd name="connsiteX27" fmla="*/ 4295315 w 4572002"/>
              <a:gd name="connsiteY27" fmla="*/ 6438981 h 6858002"/>
              <a:gd name="connsiteX28" fmla="*/ 4275385 w 4572002"/>
              <a:gd name="connsiteY28" fmla="*/ 6463840 h 6858002"/>
              <a:gd name="connsiteX29" fmla="*/ 4275382 w 4572002"/>
              <a:gd name="connsiteY29" fmla="*/ 6463849 h 6858002"/>
              <a:gd name="connsiteX30" fmla="*/ 4261587 w 4572002"/>
              <a:gd name="connsiteY30" fmla="*/ 6513012 h 6858002"/>
              <a:gd name="connsiteX31" fmla="*/ 4242781 w 4572002"/>
              <a:gd name="connsiteY31" fmla="*/ 6546194 h 6858002"/>
              <a:gd name="connsiteX32" fmla="*/ 4242781 w 4572002"/>
              <a:gd name="connsiteY32" fmla="*/ 6546195 h 6858002"/>
              <a:gd name="connsiteX33" fmla="*/ 4259120 w 4572002"/>
              <a:gd name="connsiteY33" fmla="*/ 6521804 h 6858002"/>
              <a:gd name="connsiteX34" fmla="*/ 4261587 w 4572002"/>
              <a:gd name="connsiteY34" fmla="*/ 6513012 h 6858002"/>
              <a:gd name="connsiteX35" fmla="*/ 4264398 w 4572002"/>
              <a:gd name="connsiteY35" fmla="*/ 6508052 h 6858002"/>
              <a:gd name="connsiteX36" fmla="*/ 4275382 w 4572002"/>
              <a:gd name="connsiteY36" fmla="*/ 6463849 h 6858002"/>
              <a:gd name="connsiteX37" fmla="*/ 4275385 w 4572002"/>
              <a:gd name="connsiteY37" fmla="*/ 6463841 h 6858002"/>
              <a:gd name="connsiteX38" fmla="*/ 4295315 w 4572002"/>
              <a:gd name="connsiteY38" fmla="*/ 6438981 h 6858002"/>
              <a:gd name="connsiteX39" fmla="*/ 4381289 w 4572002"/>
              <a:gd name="connsiteY39" fmla="*/ 6365204 h 6858002"/>
              <a:gd name="connsiteX40" fmla="*/ 4380008 w 4572002"/>
              <a:gd name="connsiteY40" fmla="*/ 6387910 h 6858002"/>
              <a:gd name="connsiteX41" fmla="*/ 4378243 w 4572002"/>
              <a:gd name="connsiteY41" fmla="*/ 6391549 h 6858002"/>
              <a:gd name="connsiteX42" fmla="*/ 4370589 w 4572002"/>
              <a:gd name="connsiteY42" fmla="*/ 6407332 h 6858002"/>
              <a:gd name="connsiteX43" fmla="*/ 4370589 w 4572002"/>
              <a:gd name="connsiteY43" fmla="*/ 6407333 h 6858002"/>
              <a:gd name="connsiteX44" fmla="*/ 4378243 w 4572002"/>
              <a:gd name="connsiteY44" fmla="*/ 6391549 h 6858002"/>
              <a:gd name="connsiteX45" fmla="*/ 4380008 w 4572002"/>
              <a:gd name="connsiteY45" fmla="*/ 6387910 h 6858002"/>
              <a:gd name="connsiteX46" fmla="*/ 4142220 w 4572002"/>
              <a:gd name="connsiteY46" fmla="*/ 4221391 h 6858002"/>
              <a:gd name="connsiteX47" fmla="*/ 4142220 w 4572002"/>
              <a:gd name="connsiteY47" fmla="*/ 4221392 h 6858002"/>
              <a:gd name="connsiteX48" fmla="*/ 4147936 w 4572002"/>
              <a:gd name="connsiteY48" fmla="*/ 4253015 h 6858002"/>
              <a:gd name="connsiteX49" fmla="*/ 4187752 w 4572002"/>
              <a:gd name="connsiteY49" fmla="*/ 4324646 h 6858002"/>
              <a:gd name="connsiteX50" fmla="*/ 4196706 w 4572002"/>
              <a:gd name="connsiteY50" fmla="*/ 4363891 h 6858002"/>
              <a:gd name="connsiteX51" fmla="*/ 4195944 w 4572002"/>
              <a:gd name="connsiteY51" fmla="*/ 4482004 h 6858002"/>
              <a:gd name="connsiteX52" fmla="*/ 4135934 w 4572002"/>
              <a:gd name="connsiteY52" fmla="*/ 4659174 h 6858002"/>
              <a:gd name="connsiteX53" fmla="*/ 4127932 w 4572002"/>
              <a:gd name="connsiteY53" fmla="*/ 4677655 h 6858002"/>
              <a:gd name="connsiteX54" fmla="*/ 4118025 w 4572002"/>
              <a:gd name="connsiteY54" fmla="*/ 4767764 h 6858002"/>
              <a:gd name="connsiteX55" fmla="*/ 4116716 w 4572002"/>
              <a:gd name="connsiteY55" fmla="*/ 4800483 h 6858002"/>
              <a:gd name="connsiteX56" fmla="*/ 4116716 w 4572002"/>
              <a:gd name="connsiteY56" fmla="*/ 4800484 h 6858002"/>
              <a:gd name="connsiteX57" fmla="*/ 4131552 w 4572002"/>
              <a:gd name="connsiteY57" fmla="*/ 4828917 h 6858002"/>
              <a:gd name="connsiteX58" fmla="*/ 4153733 w 4572002"/>
              <a:gd name="connsiteY58" fmla="*/ 4863343 h 6858002"/>
              <a:gd name="connsiteX59" fmla="*/ 4161262 w 4572002"/>
              <a:gd name="connsiteY59" fmla="*/ 4889275 h 6858002"/>
              <a:gd name="connsiteX60" fmla="*/ 4159557 w 4572002"/>
              <a:gd name="connsiteY60" fmla="*/ 4912168 h 6858002"/>
              <a:gd name="connsiteX61" fmla="*/ 4158155 w 4572002"/>
              <a:gd name="connsiteY61" fmla="*/ 4933804 h 6858002"/>
              <a:gd name="connsiteX62" fmla="*/ 4158155 w 4572002"/>
              <a:gd name="connsiteY62" fmla="*/ 4933805 h 6858002"/>
              <a:gd name="connsiteX63" fmla="*/ 4162914 w 4572002"/>
              <a:gd name="connsiteY63" fmla="*/ 4952673 h 6858002"/>
              <a:gd name="connsiteX64" fmla="*/ 4165707 w 4572002"/>
              <a:gd name="connsiteY64" fmla="*/ 4957454 h 6858002"/>
              <a:gd name="connsiteX65" fmla="*/ 4166985 w 4572002"/>
              <a:gd name="connsiteY65" fmla="*/ 4961456 h 6858002"/>
              <a:gd name="connsiteX66" fmla="*/ 4182989 w 4572002"/>
              <a:gd name="connsiteY66" fmla="*/ 4987038 h 6858002"/>
              <a:gd name="connsiteX67" fmla="*/ 4209468 w 4572002"/>
              <a:gd name="connsiteY67" fmla="*/ 5041522 h 6858002"/>
              <a:gd name="connsiteX68" fmla="*/ 4216684 w 4572002"/>
              <a:gd name="connsiteY68" fmla="*/ 5072376 h 6858002"/>
              <a:gd name="connsiteX69" fmla="*/ 4222587 w 4572002"/>
              <a:gd name="connsiteY69" fmla="*/ 5087441 h 6858002"/>
              <a:gd name="connsiteX70" fmla="*/ 4235615 w 4572002"/>
              <a:gd name="connsiteY70" fmla="*/ 5133220 h 6858002"/>
              <a:gd name="connsiteX71" fmla="*/ 4235616 w 4572002"/>
              <a:gd name="connsiteY71" fmla="*/ 5133225 h 6858002"/>
              <a:gd name="connsiteX72" fmla="*/ 4228901 w 4572002"/>
              <a:gd name="connsiteY72" fmla="*/ 5166113 h 6858002"/>
              <a:gd name="connsiteX73" fmla="*/ 4228901 w 4572002"/>
              <a:gd name="connsiteY73" fmla="*/ 5166114 h 6858002"/>
              <a:gd name="connsiteX74" fmla="*/ 4229593 w 4572002"/>
              <a:gd name="connsiteY74" fmla="*/ 5172091 h 6858002"/>
              <a:gd name="connsiteX75" fmla="*/ 4232139 w 4572002"/>
              <a:gd name="connsiteY75" fmla="*/ 5179068 h 6858002"/>
              <a:gd name="connsiteX76" fmla="*/ 4231973 w 4572002"/>
              <a:gd name="connsiteY76" fmla="*/ 5229434 h 6858002"/>
              <a:gd name="connsiteX77" fmla="*/ 4225669 w 4572002"/>
              <a:gd name="connsiteY77" fmla="*/ 5241089 h 6858002"/>
              <a:gd name="connsiteX78" fmla="*/ 4208517 w 4572002"/>
              <a:gd name="connsiteY78" fmla="*/ 5272796 h 6858002"/>
              <a:gd name="connsiteX79" fmla="*/ 4184613 w 4572002"/>
              <a:gd name="connsiteY79" fmla="*/ 5312288 h 6858002"/>
              <a:gd name="connsiteX80" fmla="*/ 4183557 w 4572002"/>
              <a:gd name="connsiteY80" fmla="*/ 5321350 h 6858002"/>
              <a:gd name="connsiteX81" fmla="*/ 4181083 w 4572002"/>
              <a:gd name="connsiteY81" fmla="*/ 5326163 h 6858002"/>
              <a:gd name="connsiteX82" fmla="*/ 4179637 w 4572002"/>
              <a:gd name="connsiteY82" fmla="*/ 5355014 h 6858002"/>
              <a:gd name="connsiteX83" fmla="*/ 4179637 w 4572002"/>
              <a:gd name="connsiteY83" fmla="*/ 5355015 h 6858002"/>
              <a:gd name="connsiteX84" fmla="*/ 4184513 w 4572002"/>
              <a:gd name="connsiteY84" fmla="*/ 5385385 h 6858002"/>
              <a:gd name="connsiteX85" fmla="*/ 4192704 w 4572002"/>
              <a:gd name="connsiteY85" fmla="*/ 5425583 h 6858002"/>
              <a:gd name="connsiteX86" fmla="*/ 4204327 w 4572002"/>
              <a:gd name="connsiteY86" fmla="*/ 5480638 h 6858002"/>
              <a:gd name="connsiteX87" fmla="*/ 4208850 w 4572002"/>
              <a:gd name="connsiteY87" fmla="*/ 5507668 h 6858002"/>
              <a:gd name="connsiteX88" fmla="*/ 4198232 w 4572002"/>
              <a:gd name="connsiteY88" fmla="*/ 5531692 h 6858002"/>
              <a:gd name="connsiteX89" fmla="*/ 4198231 w 4572002"/>
              <a:gd name="connsiteY89" fmla="*/ 5531693 h 6858002"/>
              <a:gd name="connsiteX90" fmla="*/ 4188085 w 4572002"/>
              <a:gd name="connsiteY90" fmla="*/ 5547578 h 6858002"/>
              <a:gd name="connsiteX91" fmla="*/ 4188085 w 4572002"/>
              <a:gd name="connsiteY91" fmla="*/ 5547579 h 6858002"/>
              <a:gd name="connsiteX92" fmla="*/ 4197659 w 4572002"/>
              <a:gd name="connsiteY92" fmla="*/ 5562747 h 6858002"/>
              <a:gd name="connsiteX93" fmla="*/ 4268907 w 4572002"/>
              <a:gd name="connsiteY93" fmla="*/ 5704484 h 6858002"/>
              <a:gd name="connsiteX94" fmla="*/ 4274812 w 4572002"/>
              <a:gd name="connsiteY94" fmla="*/ 5740489 h 6858002"/>
              <a:gd name="connsiteX95" fmla="*/ 4283578 w 4572002"/>
              <a:gd name="connsiteY95" fmla="*/ 5760874 h 6858002"/>
              <a:gd name="connsiteX96" fmla="*/ 4371973 w 4572002"/>
              <a:gd name="connsiteY96" fmla="*/ 5883752 h 6858002"/>
              <a:gd name="connsiteX97" fmla="*/ 4371974 w 4572002"/>
              <a:gd name="connsiteY97" fmla="*/ 5883757 h 6858002"/>
              <a:gd name="connsiteX98" fmla="*/ 4389877 w 4572002"/>
              <a:gd name="connsiteY98" fmla="*/ 5935946 h 6858002"/>
              <a:gd name="connsiteX99" fmla="*/ 4389878 w 4572002"/>
              <a:gd name="connsiteY99" fmla="*/ 5935950 h 6858002"/>
              <a:gd name="connsiteX100" fmla="*/ 4386259 w 4572002"/>
              <a:gd name="connsiteY100" fmla="*/ 5993290 h 6858002"/>
              <a:gd name="connsiteX101" fmla="*/ 4386259 w 4572002"/>
              <a:gd name="connsiteY101" fmla="*/ 5993291 h 6858002"/>
              <a:gd name="connsiteX102" fmla="*/ 4379782 w 4572002"/>
              <a:gd name="connsiteY102" fmla="*/ 6026440 h 6858002"/>
              <a:gd name="connsiteX103" fmla="*/ 4323583 w 4572002"/>
              <a:gd name="connsiteY103" fmla="*/ 6108738 h 6858002"/>
              <a:gd name="connsiteX104" fmla="*/ 4309890 w 4572002"/>
              <a:gd name="connsiteY104" fmla="*/ 6133314 h 6858002"/>
              <a:gd name="connsiteX105" fmla="*/ 4309890 w 4572002"/>
              <a:gd name="connsiteY105" fmla="*/ 6133315 h 6858002"/>
              <a:gd name="connsiteX106" fmla="*/ 4313591 w 4572002"/>
              <a:gd name="connsiteY106" fmla="*/ 6143190 h 6858002"/>
              <a:gd name="connsiteX107" fmla="*/ 4325486 w 4572002"/>
              <a:gd name="connsiteY107" fmla="*/ 6155600 h 6858002"/>
              <a:gd name="connsiteX108" fmla="*/ 4325488 w 4572002"/>
              <a:gd name="connsiteY108" fmla="*/ 6155603 h 6858002"/>
              <a:gd name="connsiteX109" fmla="*/ 4364160 w 4572002"/>
              <a:gd name="connsiteY109" fmla="*/ 6228757 h 6858002"/>
              <a:gd name="connsiteX110" fmla="*/ 4381497 w 4572002"/>
              <a:gd name="connsiteY110" fmla="*/ 6361540 h 6858002"/>
              <a:gd name="connsiteX111" fmla="*/ 4381497 w 4572002"/>
              <a:gd name="connsiteY111" fmla="*/ 6361539 h 6858002"/>
              <a:gd name="connsiteX112" fmla="*/ 4364160 w 4572002"/>
              <a:gd name="connsiteY112" fmla="*/ 6228756 h 6858002"/>
              <a:gd name="connsiteX113" fmla="*/ 4325488 w 4572002"/>
              <a:gd name="connsiteY113" fmla="*/ 6155602 h 6858002"/>
              <a:gd name="connsiteX114" fmla="*/ 4325486 w 4572002"/>
              <a:gd name="connsiteY114" fmla="*/ 6155600 h 6858002"/>
              <a:gd name="connsiteX115" fmla="*/ 4309890 w 4572002"/>
              <a:gd name="connsiteY115" fmla="*/ 6133315 h 6858002"/>
              <a:gd name="connsiteX116" fmla="*/ 4323583 w 4572002"/>
              <a:gd name="connsiteY116" fmla="*/ 6108739 h 6858002"/>
              <a:gd name="connsiteX117" fmla="*/ 4379782 w 4572002"/>
              <a:gd name="connsiteY117" fmla="*/ 6026441 h 6858002"/>
              <a:gd name="connsiteX118" fmla="*/ 4386259 w 4572002"/>
              <a:gd name="connsiteY118" fmla="*/ 5993292 h 6858002"/>
              <a:gd name="connsiteX119" fmla="*/ 4386259 w 4572002"/>
              <a:gd name="connsiteY119" fmla="*/ 5993290 h 6858002"/>
              <a:gd name="connsiteX120" fmla="*/ 4389712 w 4572002"/>
              <a:gd name="connsiteY120" fmla="*/ 5964477 h 6858002"/>
              <a:gd name="connsiteX121" fmla="*/ 4389878 w 4572002"/>
              <a:gd name="connsiteY121" fmla="*/ 5935950 h 6858002"/>
              <a:gd name="connsiteX122" fmla="*/ 4389878 w 4572002"/>
              <a:gd name="connsiteY122" fmla="*/ 5935949 h 6858002"/>
              <a:gd name="connsiteX123" fmla="*/ 4389877 w 4572002"/>
              <a:gd name="connsiteY123" fmla="*/ 5935946 h 6858002"/>
              <a:gd name="connsiteX124" fmla="*/ 4382997 w 4572002"/>
              <a:gd name="connsiteY124" fmla="*/ 5909351 h 6858002"/>
              <a:gd name="connsiteX125" fmla="*/ 4371974 w 4572002"/>
              <a:gd name="connsiteY125" fmla="*/ 5883757 h 6858002"/>
              <a:gd name="connsiteX126" fmla="*/ 4371973 w 4572002"/>
              <a:gd name="connsiteY126" fmla="*/ 5883751 h 6858002"/>
              <a:gd name="connsiteX127" fmla="*/ 4283578 w 4572002"/>
              <a:gd name="connsiteY127" fmla="*/ 5760873 h 6858002"/>
              <a:gd name="connsiteX128" fmla="*/ 4274812 w 4572002"/>
              <a:gd name="connsiteY128" fmla="*/ 5740488 h 6858002"/>
              <a:gd name="connsiteX129" fmla="*/ 4268907 w 4572002"/>
              <a:gd name="connsiteY129" fmla="*/ 5704483 h 6858002"/>
              <a:gd name="connsiteX130" fmla="*/ 4197659 w 4572002"/>
              <a:gd name="connsiteY130" fmla="*/ 5562746 h 6858002"/>
              <a:gd name="connsiteX131" fmla="*/ 4188085 w 4572002"/>
              <a:gd name="connsiteY131" fmla="*/ 5547578 h 6858002"/>
              <a:gd name="connsiteX132" fmla="*/ 4198231 w 4572002"/>
              <a:gd name="connsiteY132" fmla="*/ 5531694 h 6858002"/>
              <a:gd name="connsiteX133" fmla="*/ 4198232 w 4572002"/>
              <a:gd name="connsiteY133" fmla="*/ 5531692 h 6858002"/>
              <a:gd name="connsiteX134" fmla="*/ 4206630 w 4572002"/>
              <a:gd name="connsiteY134" fmla="*/ 5520422 h 6858002"/>
              <a:gd name="connsiteX135" fmla="*/ 4208850 w 4572002"/>
              <a:gd name="connsiteY135" fmla="*/ 5507668 h 6858002"/>
              <a:gd name="connsiteX136" fmla="*/ 4208850 w 4572002"/>
              <a:gd name="connsiteY136" fmla="*/ 5507667 h 6858002"/>
              <a:gd name="connsiteX137" fmla="*/ 4204327 w 4572002"/>
              <a:gd name="connsiteY137" fmla="*/ 5480637 h 6858002"/>
              <a:gd name="connsiteX138" fmla="*/ 4192704 w 4572002"/>
              <a:gd name="connsiteY138" fmla="*/ 5425582 h 6858002"/>
              <a:gd name="connsiteX139" fmla="*/ 4184513 w 4572002"/>
              <a:gd name="connsiteY139" fmla="*/ 5385384 h 6858002"/>
              <a:gd name="connsiteX140" fmla="*/ 4179637 w 4572002"/>
              <a:gd name="connsiteY140" fmla="*/ 5355014 h 6858002"/>
              <a:gd name="connsiteX141" fmla="*/ 4183557 w 4572002"/>
              <a:gd name="connsiteY141" fmla="*/ 5321350 h 6858002"/>
              <a:gd name="connsiteX142" fmla="*/ 4208517 w 4572002"/>
              <a:gd name="connsiteY142" fmla="*/ 5272797 h 6858002"/>
              <a:gd name="connsiteX143" fmla="*/ 4225669 w 4572002"/>
              <a:gd name="connsiteY143" fmla="*/ 5241089 h 6858002"/>
              <a:gd name="connsiteX144" fmla="*/ 4231973 w 4572002"/>
              <a:gd name="connsiteY144" fmla="*/ 5229433 h 6858002"/>
              <a:gd name="connsiteX145" fmla="*/ 4232139 w 4572002"/>
              <a:gd name="connsiteY145" fmla="*/ 5179068 h 6858002"/>
              <a:gd name="connsiteX146" fmla="*/ 4232139 w 4572002"/>
              <a:gd name="connsiteY146" fmla="*/ 5179067 h 6858002"/>
              <a:gd name="connsiteX147" fmla="*/ 4229593 w 4572002"/>
              <a:gd name="connsiteY147" fmla="*/ 5172090 h 6858002"/>
              <a:gd name="connsiteX148" fmla="*/ 4228901 w 4572002"/>
              <a:gd name="connsiteY148" fmla="*/ 5166114 h 6858002"/>
              <a:gd name="connsiteX149" fmla="*/ 4235616 w 4572002"/>
              <a:gd name="connsiteY149" fmla="*/ 5133225 h 6858002"/>
              <a:gd name="connsiteX150" fmla="*/ 4235616 w 4572002"/>
              <a:gd name="connsiteY150" fmla="*/ 5133224 h 6858002"/>
              <a:gd name="connsiteX151" fmla="*/ 4235615 w 4572002"/>
              <a:gd name="connsiteY151" fmla="*/ 5133220 h 6858002"/>
              <a:gd name="connsiteX152" fmla="*/ 4228473 w 4572002"/>
              <a:gd name="connsiteY152" fmla="*/ 5102461 h 6858002"/>
              <a:gd name="connsiteX153" fmla="*/ 4222587 w 4572002"/>
              <a:gd name="connsiteY153" fmla="*/ 5087441 h 6858002"/>
              <a:gd name="connsiteX154" fmla="*/ 4222582 w 4572002"/>
              <a:gd name="connsiteY154" fmla="*/ 5087423 h 6858002"/>
              <a:gd name="connsiteX155" fmla="*/ 4209468 w 4572002"/>
              <a:gd name="connsiteY155" fmla="*/ 5041521 h 6858002"/>
              <a:gd name="connsiteX156" fmla="*/ 4182989 w 4572002"/>
              <a:gd name="connsiteY156" fmla="*/ 4987037 h 6858002"/>
              <a:gd name="connsiteX157" fmla="*/ 4165707 w 4572002"/>
              <a:gd name="connsiteY157" fmla="*/ 4957454 h 6858002"/>
              <a:gd name="connsiteX158" fmla="*/ 4158155 w 4572002"/>
              <a:gd name="connsiteY158" fmla="*/ 4933805 h 6858002"/>
              <a:gd name="connsiteX159" fmla="*/ 4159557 w 4572002"/>
              <a:gd name="connsiteY159" fmla="*/ 4912169 h 6858002"/>
              <a:gd name="connsiteX160" fmla="*/ 4161262 w 4572002"/>
              <a:gd name="connsiteY160" fmla="*/ 4889276 h 6858002"/>
              <a:gd name="connsiteX161" fmla="*/ 4161262 w 4572002"/>
              <a:gd name="connsiteY161" fmla="*/ 4889275 h 6858002"/>
              <a:gd name="connsiteX162" fmla="*/ 4156484 w 4572002"/>
              <a:gd name="connsiteY162" fmla="*/ 4867614 h 6858002"/>
              <a:gd name="connsiteX163" fmla="*/ 4153733 w 4572002"/>
              <a:gd name="connsiteY163" fmla="*/ 4863343 h 6858002"/>
              <a:gd name="connsiteX164" fmla="*/ 4151983 w 4572002"/>
              <a:gd name="connsiteY164" fmla="*/ 4857317 h 6858002"/>
              <a:gd name="connsiteX165" fmla="*/ 4131552 w 4572002"/>
              <a:gd name="connsiteY165" fmla="*/ 4828916 h 6858002"/>
              <a:gd name="connsiteX166" fmla="*/ 4116716 w 4572002"/>
              <a:gd name="connsiteY166" fmla="*/ 4800483 h 6858002"/>
              <a:gd name="connsiteX167" fmla="*/ 4118025 w 4572002"/>
              <a:gd name="connsiteY167" fmla="*/ 4767765 h 6858002"/>
              <a:gd name="connsiteX168" fmla="*/ 4127932 w 4572002"/>
              <a:gd name="connsiteY168" fmla="*/ 4677656 h 6858002"/>
              <a:gd name="connsiteX169" fmla="*/ 4135934 w 4572002"/>
              <a:gd name="connsiteY169" fmla="*/ 4659175 h 6858002"/>
              <a:gd name="connsiteX170" fmla="*/ 4195944 w 4572002"/>
              <a:gd name="connsiteY170" fmla="*/ 4482005 h 6858002"/>
              <a:gd name="connsiteX171" fmla="*/ 4196706 w 4572002"/>
              <a:gd name="connsiteY171" fmla="*/ 4363891 h 6858002"/>
              <a:gd name="connsiteX172" fmla="*/ 4196706 w 4572002"/>
              <a:gd name="connsiteY172" fmla="*/ 4363890 h 6858002"/>
              <a:gd name="connsiteX173" fmla="*/ 4187752 w 4572002"/>
              <a:gd name="connsiteY173" fmla="*/ 4324645 h 6858002"/>
              <a:gd name="connsiteX174" fmla="*/ 4147936 w 4572002"/>
              <a:gd name="connsiteY174" fmla="*/ 4253014 h 6858002"/>
              <a:gd name="connsiteX175" fmla="*/ 4211111 w 4572002"/>
              <a:gd name="connsiteY175" fmla="*/ 2836172 h 6858002"/>
              <a:gd name="connsiteX176" fmla="*/ 4202421 w 4572002"/>
              <a:gd name="connsiteY176" fmla="*/ 2848793 h 6858002"/>
              <a:gd name="connsiteX177" fmla="*/ 4186816 w 4572002"/>
              <a:gd name="connsiteY177" fmla="*/ 2897785 h 6858002"/>
              <a:gd name="connsiteX178" fmla="*/ 4185787 w 4572002"/>
              <a:gd name="connsiteY178" fmla="*/ 2903551 h 6858002"/>
              <a:gd name="connsiteX179" fmla="*/ 4182513 w 4572002"/>
              <a:gd name="connsiteY179" fmla="*/ 2914328 h 6858002"/>
              <a:gd name="connsiteX180" fmla="*/ 4177882 w 4572002"/>
              <a:gd name="connsiteY180" fmla="*/ 2947858 h 6858002"/>
              <a:gd name="connsiteX181" fmla="*/ 4177881 w 4572002"/>
              <a:gd name="connsiteY181" fmla="*/ 2947862 h 6858002"/>
              <a:gd name="connsiteX182" fmla="*/ 4177881 w 4572002"/>
              <a:gd name="connsiteY182" fmla="*/ 2947863 h 6858002"/>
              <a:gd name="connsiteX183" fmla="*/ 4181465 w 4572002"/>
              <a:gd name="connsiteY183" fmla="*/ 2982149 h 6858002"/>
              <a:gd name="connsiteX184" fmla="*/ 4193158 w 4572002"/>
              <a:gd name="connsiteY184" fmla="*/ 3077402 h 6858002"/>
              <a:gd name="connsiteX185" fmla="*/ 4180703 w 4572002"/>
              <a:gd name="connsiteY185" fmla="*/ 3172654 h 6858002"/>
              <a:gd name="connsiteX186" fmla="*/ 4133076 w 4572002"/>
              <a:gd name="connsiteY186" fmla="*/ 3489467 h 6858002"/>
              <a:gd name="connsiteX187" fmla="*/ 4110977 w 4572002"/>
              <a:gd name="connsiteY187" fmla="*/ 3544713 h 6858002"/>
              <a:gd name="connsiteX188" fmla="*/ 4093355 w 4572002"/>
              <a:gd name="connsiteY188" fmla="*/ 3574408 h 6858002"/>
              <a:gd name="connsiteX189" fmla="*/ 4093355 w 4572002"/>
              <a:gd name="connsiteY189" fmla="*/ 3574409 h 6858002"/>
              <a:gd name="connsiteX190" fmla="*/ 4105453 w 4572002"/>
              <a:gd name="connsiteY190" fmla="*/ 3606818 h 6858002"/>
              <a:gd name="connsiteX191" fmla="*/ 4118979 w 4572002"/>
              <a:gd name="connsiteY191" fmla="*/ 3630633 h 6858002"/>
              <a:gd name="connsiteX192" fmla="*/ 4136708 w 4572002"/>
              <a:gd name="connsiteY192" fmla="*/ 3654416 h 6858002"/>
              <a:gd name="connsiteX193" fmla="*/ 4140382 w 4572002"/>
              <a:gd name="connsiteY193" fmla="*/ 3668940 h 6858002"/>
              <a:gd name="connsiteX194" fmla="*/ 4143220 w 4572002"/>
              <a:gd name="connsiteY194" fmla="*/ 3680164 h 6858002"/>
              <a:gd name="connsiteX195" fmla="*/ 4139172 w 4572002"/>
              <a:gd name="connsiteY195" fmla="*/ 3734837 h 6858002"/>
              <a:gd name="connsiteX196" fmla="*/ 4139172 w 4572002"/>
              <a:gd name="connsiteY196" fmla="*/ 3734838 h 6858002"/>
              <a:gd name="connsiteX197" fmla="*/ 4139554 w 4572002"/>
              <a:gd name="connsiteY197" fmla="*/ 3754653 h 6858002"/>
              <a:gd name="connsiteX198" fmla="*/ 4145911 w 4572002"/>
              <a:gd name="connsiteY198" fmla="*/ 3789776 h 6858002"/>
              <a:gd name="connsiteX199" fmla="*/ 4130980 w 4572002"/>
              <a:gd name="connsiteY199" fmla="*/ 3822472 h 6858002"/>
              <a:gd name="connsiteX200" fmla="*/ 4116645 w 4572002"/>
              <a:gd name="connsiteY200" fmla="*/ 3852619 h 6858002"/>
              <a:gd name="connsiteX201" fmla="*/ 4116645 w 4572002"/>
              <a:gd name="connsiteY201" fmla="*/ 3852620 h 6858002"/>
              <a:gd name="connsiteX202" fmla="*/ 4117425 w 4572002"/>
              <a:gd name="connsiteY202" fmla="*/ 3868764 h 6858002"/>
              <a:gd name="connsiteX203" fmla="*/ 4126028 w 4572002"/>
              <a:gd name="connsiteY203" fmla="*/ 3885337 h 6858002"/>
              <a:gd name="connsiteX204" fmla="*/ 4126028 w 4572002"/>
              <a:gd name="connsiteY204" fmla="*/ 3885339 h 6858002"/>
              <a:gd name="connsiteX205" fmla="*/ 4148409 w 4572002"/>
              <a:gd name="connsiteY205" fmla="*/ 3923125 h 6858002"/>
              <a:gd name="connsiteX206" fmla="*/ 4157913 w 4572002"/>
              <a:gd name="connsiteY206" fmla="*/ 3962160 h 6858002"/>
              <a:gd name="connsiteX207" fmla="*/ 4142221 w 4572002"/>
              <a:gd name="connsiteY207" fmla="*/ 4043838 h 6858002"/>
              <a:gd name="connsiteX208" fmla="*/ 4142220 w 4572002"/>
              <a:gd name="connsiteY208" fmla="*/ 4043839 h 6858002"/>
              <a:gd name="connsiteX209" fmla="*/ 4127099 w 4572002"/>
              <a:gd name="connsiteY209" fmla="*/ 4103825 h 6858002"/>
              <a:gd name="connsiteX210" fmla="*/ 4127099 w 4572002"/>
              <a:gd name="connsiteY210" fmla="*/ 4103826 h 6858002"/>
              <a:gd name="connsiteX211" fmla="*/ 4129066 w 4572002"/>
              <a:gd name="connsiteY211" fmla="*/ 4134256 h 6858002"/>
              <a:gd name="connsiteX212" fmla="*/ 4138410 w 4572002"/>
              <a:gd name="connsiteY212" fmla="*/ 4165382 h 6858002"/>
              <a:gd name="connsiteX213" fmla="*/ 4138410 w 4572002"/>
              <a:gd name="connsiteY213" fmla="*/ 4165384 h 6858002"/>
              <a:gd name="connsiteX214" fmla="*/ 4142315 w 4572002"/>
              <a:gd name="connsiteY214" fmla="*/ 4192388 h 6858002"/>
              <a:gd name="connsiteX215" fmla="*/ 4142315 w 4572002"/>
              <a:gd name="connsiteY215" fmla="*/ 4192387 h 6858002"/>
              <a:gd name="connsiteX216" fmla="*/ 4138410 w 4572002"/>
              <a:gd name="connsiteY216" fmla="*/ 4165383 h 6858002"/>
              <a:gd name="connsiteX217" fmla="*/ 4138410 w 4572002"/>
              <a:gd name="connsiteY217" fmla="*/ 4165382 h 6858002"/>
              <a:gd name="connsiteX218" fmla="*/ 4127099 w 4572002"/>
              <a:gd name="connsiteY218" fmla="*/ 4103826 h 6858002"/>
              <a:gd name="connsiteX219" fmla="*/ 4142220 w 4572002"/>
              <a:gd name="connsiteY219" fmla="*/ 4043840 h 6858002"/>
              <a:gd name="connsiteX220" fmla="*/ 4142221 w 4572002"/>
              <a:gd name="connsiteY220" fmla="*/ 4043838 h 6858002"/>
              <a:gd name="connsiteX221" fmla="*/ 4155523 w 4572002"/>
              <a:gd name="connsiteY221" fmla="*/ 4002410 h 6858002"/>
              <a:gd name="connsiteX222" fmla="*/ 4157913 w 4572002"/>
              <a:gd name="connsiteY222" fmla="*/ 3962160 h 6858002"/>
              <a:gd name="connsiteX223" fmla="*/ 4157913 w 4572002"/>
              <a:gd name="connsiteY223" fmla="*/ 3962159 h 6858002"/>
              <a:gd name="connsiteX224" fmla="*/ 4126028 w 4572002"/>
              <a:gd name="connsiteY224" fmla="*/ 3885338 h 6858002"/>
              <a:gd name="connsiteX225" fmla="*/ 4126028 w 4572002"/>
              <a:gd name="connsiteY225" fmla="*/ 3885337 h 6858002"/>
              <a:gd name="connsiteX226" fmla="*/ 4116645 w 4572002"/>
              <a:gd name="connsiteY226" fmla="*/ 3852620 h 6858002"/>
              <a:gd name="connsiteX227" fmla="*/ 4130980 w 4572002"/>
              <a:gd name="connsiteY227" fmla="*/ 3822473 h 6858002"/>
              <a:gd name="connsiteX228" fmla="*/ 4145911 w 4572002"/>
              <a:gd name="connsiteY228" fmla="*/ 3789777 h 6858002"/>
              <a:gd name="connsiteX229" fmla="*/ 4145911 w 4572002"/>
              <a:gd name="connsiteY229" fmla="*/ 3789776 h 6858002"/>
              <a:gd name="connsiteX230" fmla="*/ 4139554 w 4572002"/>
              <a:gd name="connsiteY230" fmla="*/ 3754652 h 6858002"/>
              <a:gd name="connsiteX231" fmla="*/ 4139172 w 4572002"/>
              <a:gd name="connsiteY231" fmla="*/ 3734838 h 6858002"/>
              <a:gd name="connsiteX232" fmla="*/ 4143220 w 4572002"/>
              <a:gd name="connsiteY232" fmla="*/ 3680164 h 6858002"/>
              <a:gd name="connsiteX233" fmla="*/ 4143220 w 4572002"/>
              <a:gd name="connsiteY233" fmla="*/ 3680163 h 6858002"/>
              <a:gd name="connsiteX234" fmla="*/ 4140382 w 4572002"/>
              <a:gd name="connsiteY234" fmla="*/ 3668940 h 6858002"/>
              <a:gd name="connsiteX235" fmla="*/ 4136708 w 4572002"/>
              <a:gd name="connsiteY235" fmla="*/ 3654416 h 6858002"/>
              <a:gd name="connsiteX236" fmla="*/ 4136708 w 4572002"/>
              <a:gd name="connsiteY236" fmla="*/ 3654416 h 6858002"/>
              <a:gd name="connsiteX237" fmla="*/ 4136708 w 4572002"/>
              <a:gd name="connsiteY237" fmla="*/ 3654415 h 6858002"/>
              <a:gd name="connsiteX238" fmla="*/ 4118979 w 4572002"/>
              <a:gd name="connsiteY238" fmla="*/ 3630632 h 6858002"/>
              <a:gd name="connsiteX239" fmla="*/ 4105453 w 4572002"/>
              <a:gd name="connsiteY239" fmla="*/ 3606817 h 6858002"/>
              <a:gd name="connsiteX240" fmla="*/ 4095707 w 4572002"/>
              <a:gd name="connsiteY240" fmla="*/ 3587174 h 6858002"/>
              <a:gd name="connsiteX241" fmla="*/ 4093355 w 4572002"/>
              <a:gd name="connsiteY241" fmla="*/ 3574408 h 6858002"/>
              <a:gd name="connsiteX242" fmla="*/ 4098434 w 4572002"/>
              <a:gd name="connsiteY242" fmla="*/ 3562321 h 6858002"/>
              <a:gd name="connsiteX243" fmla="*/ 4110977 w 4572002"/>
              <a:gd name="connsiteY243" fmla="*/ 3544714 h 6858002"/>
              <a:gd name="connsiteX244" fmla="*/ 4133076 w 4572002"/>
              <a:gd name="connsiteY244" fmla="*/ 3489468 h 6858002"/>
              <a:gd name="connsiteX245" fmla="*/ 4180703 w 4572002"/>
              <a:gd name="connsiteY245" fmla="*/ 3172655 h 6858002"/>
              <a:gd name="connsiteX246" fmla="*/ 4193158 w 4572002"/>
              <a:gd name="connsiteY246" fmla="*/ 3077402 h 6858002"/>
              <a:gd name="connsiteX247" fmla="*/ 4193158 w 4572002"/>
              <a:gd name="connsiteY247" fmla="*/ 3077401 h 6858002"/>
              <a:gd name="connsiteX248" fmla="*/ 4181465 w 4572002"/>
              <a:gd name="connsiteY248" fmla="*/ 2982148 h 6858002"/>
              <a:gd name="connsiteX249" fmla="*/ 4177881 w 4572002"/>
              <a:gd name="connsiteY249" fmla="*/ 2947863 h 6858002"/>
              <a:gd name="connsiteX250" fmla="*/ 4177882 w 4572002"/>
              <a:gd name="connsiteY250" fmla="*/ 2947858 h 6858002"/>
              <a:gd name="connsiteX251" fmla="*/ 4185787 w 4572002"/>
              <a:gd name="connsiteY251" fmla="*/ 2903551 h 6858002"/>
              <a:gd name="connsiteX252" fmla="*/ 4202421 w 4572002"/>
              <a:gd name="connsiteY252" fmla="*/ 2848794 h 6858002"/>
              <a:gd name="connsiteX253" fmla="*/ 4211111 w 4572002"/>
              <a:gd name="connsiteY253" fmla="*/ 2836173 h 6858002"/>
              <a:gd name="connsiteX254" fmla="*/ 3726625 w 4572002"/>
              <a:gd name="connsiteY254" fmla="*/ 1508458 h 6858002"/>
              <a:gd name="connsiteX255" fmla="*/ 3698531 w 4572002"/>
              <a:gd name="connsiteY255" fmla="*/ 1596214 h 6858002"/>
              <a:gd name="connsiteX256" fmla="*/ 3700436 w 4572002"/>
              <a:gd name="connsiteY256" fmla="*/ 1624981 h 6858002"/>
              <a:gd name="connsiteX257" fmla="*/ 3757017 w 4572002"/>
              <a:gd name="connsiteY257" fmla="*/ 1697754 h 6858002"/>
              <a:gd name="connsiteX258" fmla="*/ 3779686 w 4572002"/>
              <a:gd name="connsiteY258" fmla="*/ 1733189 h 6858002"/>
              <a:gd name="connsiteX259" fmla="*/ 3821407 w 4572002"/>
              <a:gd name="connsiteY259" fmla="*/ 1833776 h 6858002"/>
              <a:gd name="connsiteX260" fmla="*/ 3829028 w 4572002"/>
              <a:gd name="connsiteY260" fmla="*/ 1842159 h 6858002"/>
              <a:gd name="connsiteX261" fmla="*/ 3919519 w 4572002"/>
              <a:gd name="connsiteY261" fmla="*/ 1916455 h 6858002"/>
              <a:gd name="connsiteX262" fmla="*/ 3934949 w 4572002"/>
              <a:gd name="connsiteY262" fmla="*/ 1933220 h 6858002"/>
              <a:gd name="connsiteX263" fmla="*/ 3958954 w 4572002"/>
              <a:gd name="connsiteY263" fmla="*/ 1953414 h 6858002"/>
              <a:gd name="connsiteX264" fmla="*/ 4005437 w 4572002"/>
              <a:gd name="connsiteY264" fmla="*/ 2016470 h 6858002"/>
              <a:gd name="connsiteX265" fmla="*/ 4020296 w 4572002"/>
              <a:gd name="connsiteY265" fmla="*/ 2094579 h 6858002"/>
              <a:gd name="connsiteX266" fmla="*/ 4042967 w 4572002"/>
              <a:gd name="connsiteY266" fmla="*/ 2188880 h 6858002"/>
              <a:gd name="connsiteX267" fmla="*/ 4058207 w 4572002"/>
              <a:gd name="connsiteY267" fmla="*/ 2228315 h 6858002"/>
              <a:gd name="connsiteX268" fmla="*/ 4087164 w 4572002"/>
              <a:gd name="connsiteY268" fmla="*/ 2334045 h 6858002"/>
              <a:gd name="connsiteX269" fmla="*/ 4111549 w 4572002"/>
              <a:gd name="connsiteY269" fmla="*/ 2409486 h 6858002"/>
              <a:gd name="connsiteX270" fmla="*/ 4128650 w 4572002"/>
              <a:gd name="connsiteY270" fmla="*/ 2435913 h 6858002"/>
              <a:gd name="connsiteX271" fmla="*/ 4134481 w 4572002"/>
              <a:gd name="connsiteY271" fmla="*/ 2463018 h 6858002"/>
              <a:gd name="connsiteX272" fmla="*/ 4125839 w 4572002"/>
              <a:gd name="connsiteY272" fmla="*/ 2518262 h 6858002"/>
              <a:gd name="connsiteX273" fmla="*/ 4125838 w 4572002"/>
              <a:gd name="connsiteY273" fmla="*/ 2518264 h 6858002"/>
              <a:gd name="connsiteX274" fmla="*/ 4122194 w 4572002"/>
              <a:gd name="connsiteY274" fmla="*/ 2545006 h 6858002"/>
              <a:gd name="connsiteX275" fmla="*/ 4122194 w 4572002"/>
              <a:gd name="connsiteY275" fmla="*/ 2545007 h 6858002"/>
              <a:gd name="connsiteX276" fmla="*/ 4126408 w 4572002"/>
              <a:gd name="connsiteY276" fmla="*/ 2571035 h 6858002"/>
              <a:gd name="connsiteX277" fmla="*/ 4199563 w 4572002"/>
              <a:gd name="connsiteY277" fmla="*/ 2668002 h 6858002"/>
              <a:gd name="connsiteX278" fmla="*/ 4247953 w 4572002"/>
              <a:gd name="connsiteY278" fmla="*/ 2745349 h 6858002"/>
              <a:gd name="connsiteX279" fmla="*/ 4247954 w 4572002"/>
              <a:gd name="connsiteY279" fmla="*/ 2745352 h 6858002"/>
              <a:gd name="connsiteX280" fmla="*/ 4253873 w 4572002"/>
              <a:gd name="connsiteY280" fmla="*/ 2778006 h 6858002"/>
              <a:gd name="connsiteX281" fmla="*/ 4253453 w 4572002"/>
              <a:gd name="connsiteY281" fmla="*/ 2785440 h 6858002"/>
              <a:gd name="connsiteX282" fmla="*/ 4243374 w 4572002"/>
              <a:gd name="connsiteY282" fmla="*/ 2811780 h 6858002"/>
              <a:gd name="connsiteX283" fmla="*/ 4243371 w 4572002"/>
              <a:gd name="connsiteY283" fmla="*/ 2811787 h 6858002"/>
              <a:gd name="connsiteX284" fmla="*/ 4243372 w 4572002"/>
              <a:gd name="connsiteY284" fmla="*/ 2811787 h 6858002"/>
              <a:gd name="connsiteX285" fmla="*/ 4243374 w 4572002"/>
              <a:gd name="connsiteY285" fmla="*/ 2811780 h 6858002"/>
              <a:gd name="connsiteX286" fmla="*/ 4253025 w 4572002"/>
              <a:gd name="connsiteY286" fmla="*/ 2793023 h 6858002"/>
              <a:gd name="connsiteX287" fmla="*/ 4253453 w 4572002"/>
              <a:gd name="connsiteY287" fmla="*/ 2785440 h 6858002"/>
              <a:gd name="connsiteX288" fmla="*/ 4254654 w 4572002"/>
              <a:gd name="connsiteY288" fmla="*/ 2782305 h 6858002"/>
              <a:gd name="connsiteX289" fmla="*/ 4253873 w 4572002"/>
              <a:gd name="connsiteY289" fmla="*/ 2778006 h 6858002"/>
              <a:gd name="connsiteX290" fmla="*/ 4254284 w 4572002"/>
              <a:gd name="connsiteY290" fmla="*/ 2770758 h 6858002"/>
              <a:gd name="connsiteX291" fmla="*/ 4247954 w 4572002"/>
              <a:gd name="connsiteY291" fmla="*/ 2745352 h 6858002"/>
              <a:gd name="connsiteX292" fmla="*/ 4247953 w 4572002"/>
              <a:gd name="connsiteY292" fmla="*/ 2745348 h 6858002"/>
              <a:gd name="connsiteX293" fmla="*/ 4199563 w 4572002"/>
              <a:gd name="connsiteY293" fmla="*/ 2668001 h 6858002"/>
              <a:gd name="connsiteX294" fmla="*/ 4126408 w 4572002"/>
              <a:gd name="connsiteY294" fmla="*/ 2571034 h 6858002"/>
              <a:gd name="connsiteX295" fmla="*/ 4122194 w 4572002"/>
              <a:gd name="connsiteY295" fmla="*/ 2545007 h 6858002"/>
              <a:gd name="connsiteX296" fmla="*/ 4125838 w 4572002"/>
              <a:gd name="connsiteY296" fmla="*/ 2518265 h 6858002"/>
              <a:gd name="connsiteX297" fmla="*/ 4125839 w 4572002"/>
              <a:gd name="connsiteY297" fmla="*/ 2518262 h 6858002"/>
              <a:gd name="connsiteX298" fmla="*/ 4132419 w 4572002"/>
              <a:gd name="connsiteY298" fmla="*/ 2490551 h 6858002"/>
              <a:gd name="connsiteX299" fmla="*/ 4134481 w 4572002"/>
              <a:gd name="connsiteY299" fmla="*/ 2463018 h 6858002"/>
              <a:gd name="connsiteX300" fmla="*/ 4134481 w 4572002"/>
              <a:gd name="connsiteY300" fmla="*/ 2463017 h 6858002"/>
              <a:gd name="connsiteX301" fmla="*/ 4111549 w 4572002"/>
              <a:gd name="connsiteY301" fmla="*/ 2409485 h 6858002"/>
              <a:gd name="connsiteX302" fmla="*/ 4087164 w 4572002"/>
              <a:gd name="connsiteY302" fmla="*/ 2334044 h 6858002"/>
              <a:gd name="connsiteX303" fmla="*/ 4058207 w 4572002"/>
              <a:gd name="connsiteY303" fmla="*/ 2228314 h 6858002"/>
              <a:gd name="connsiteX304" fmla="*/ 4042967 w 4572002"/>
              <a:gd name="connsiteY304" fmla="*/ 2188879 h 6858002"/>
              <a:gd name="connsiteX305" fmla="*/ 4020296 w 4572002"/>
              <a:gd name="connsiteY305" fmla="*/ 2094578 h 6858002"/>
              <a:gd name="connsiteX306" fmla="*/ 4005437 w 4572002"/>
              <a:gd name="connsiteY306" fmla="*/ 2016469 h 6858002"/>
              <a:gd name="connsiteX307" fmla="*/ 3958954 w 4572002"/>
              <a:gd name="connsiteY307" fmla="*/ 1953413 h 6858002"/>
              <a:gd name="connsiteX308" fmla="*/ 3934949 w 4572002"/>
              <a:gd name="connsiteY308" fmla="*/ 1933219 h 6858002"/>
              <a:gd name="connsiteX309" fmla="*/ 3919519 w 4572002"/>
              <a:gd name="connsiteY309" fmla="*/ 1916454 h 6858002"/>
              <a:gd name="connsiteX310" fmla="*/ 3829028 w 4572002"/>
              <a:gd name="connsiteY310" fmla="*/ 1842158 h 6858002"/>
              <a:gd name="connsiteX311" fmla="*/ 3821407 w 4572002"/>
              <a:gd name="connsiteY311" fmla="*/ 1833775 h 6858002"/>
              <a:gd name="connsiteX312" fmla="*/ 3779686 w 4572002"/>
              <a:gd name="connsiteY312" fmla="*/ 1733188 h 6858002"/>
              <a:gd name="connsiteX313" fmla="*/ 3757018 w 4572002"/>
              <a:gd name="connsiteY313" fmla="*/ 1697753 h 6858002"/>
              <a:gd name="connsiteX314" fmla="*/ 3700436 w 4572002"/>
              <a:gd name="connsiteY314" fmla="*/ 1624980 h 6858002"/>
              <a:gd name="connsiteX315" fmla="*/ 3698532 w 4572002"/>
              <a:gd name="connsiteY315" fmla="*/ 1596213 h 6858002"/>
              <a:gd name="connsiteX316" fmla="*/ 3745230 w 4572002"/>
              <a:gd name="connsiteY316" fmla="*/ 1459073 h 6858002"/>
              <a:gd name="connsiteX317" fmla="*/ 3745229 w 4572002"/>
              <a:gd name="connsiteY317" fmla="*/ 1459074 h 6858002"/>
              <a:gd name="connsiteX318" fmla="*/ 3736012 w 4572002"/>
              <a:gd name="connsiteY318" fmla="*/ 1481572 h 6858002"/>
              <a:gd name="connsiteX319" fmla="*/ 3764423 w 4572002"/>
              <a:gd name="connsiteY319" fmla="*/ 1268758 h 6858002"/>
              <a:gd name="connsiteX320" fmla="*/ 3769590 w 4572002"/>
              <a:gd name="connsiteY320" fmla="*/ 1286070 h 6858002"/>
              <a:gd name="connsiteX321" fmla="*/ 3791927 w 4572002"/>
              <a:gd name="connsiteY321" fmla="*/ 1350628 h 6858002"/>
              <a:gd name="connsiteX322" fmla="*/ 3786333 w 4572002"/>
              <a:gd name="connsiteY322" fmla="*/ 1413840 h 6858002"/>
              <a:gd name="connsiteX323" fmla="*/ 3791928 w 4572002"/>
              <a:gd name="connsiteY323" fmla="*/ 1350627 h 6858002"/>
              <a:gd name="connsiteX324" fmla="*/ 3769590 w 4572002"/>
              <a:gd name="connsiteY324" fmla="*/ 1286069 h 6858002"/>
              <a:gd name="connsiteX325" fmla="*/ 3706152 w 4572002"/>
              <a:gd name="connsiteY325" fmla="*/ 773035 h 6858002"/>
              <a:gd name="connsiteX326" fmla="*/ 3706152 w 4572002"/>
              <a:gd name="connsiteY326" fmla="*/ 773036 h 6858002"/>
              <a:gd name="connsiteX327" fmla="*/ 3714152 w 4572002"/>
              <a:gd name="connsiteY327" fmla="*/ 854380 h 6858002"/>
              <a:gd name="connsiteX328" fmla="*/ 3745205 w 4572002"/>
              <a:gd name="connsiteY328" fmla="*/ 915344 h 6858002"/>
              <a:gd name="connsiteX329" fmla="*/ 3755683 w 4572002"/>
              <a:gd name="connsiteY329" fmla="*/ 927156 h 6858002"/>
              <a:gd name="connsiteX330" fmla="*/ 3752063 w 4572002"/>
              <a:gd name="connsiteY330" fmla="*/ 1097088 h 6858002"/>
              <a:gd name="connsiteX331" fmla="*/ 3747681 w 4572002"/>
              <a:gd name="connsiteY331" fmla="*/ 1123186 h 6858002"/>
              <a:gd name="connsiteX332" fmla="*/ 3772400 w 4572002"/>
              <a:gd name="connsiteY332" fmla="*/ 1184029 h 6858002"/>
              <a:gd name="connsiteX333" fmla="*/ 3747682 w 4572002"/>
              <a:gd name="connsiteY333" fmla="*/ 1123185 h 6858002"/>
              <a:gd name="connsiteX334" fmla="*/ 3752064 w 4572002"/>
              <a:gd name="connsiteY334" fmla="*/ 1097087 h 6858002"/>
              <a:gd name="connsiteX335" fmla="*/ 3755684 w 4572002"/>
              <a:gd name="connsiteY335" fmla="*/ 927155 h 6858002"/>
              <a:gd name="connsiteX336" fmla="*/ 3745206 w 4572002"/>
              <a:gd name="connsiteY336" fmla="*/ 915343 h 6858002"/>
              <a:gd name="connsiteX337" fmla="*/ 3714152 w 4572002"/>
              <a:gd name="connsiteY337" fmla="*/ 854379 h 6858002"/>
              <a:gd name="connsiteX338" fmla="*/ 3761553 w 4572002"/>
              <a:gd name="connsiteY338" fmla="*/ 517851 h 6858002"/>
              <a:gd name="connsiteX339" fmla="*/ 3752635 w 4572002"/>
              <a:gd name="connsiteY339" fmla="*/ 556048 h 6858002"/>
              <a:gd name="connsiteX340" fmla="*/ 3746157 w 4572002"/>
              <a:gd name="connsiteY340" fmla="*/ 580051 h 6858002"/>
              <a:gd name="connsiteX341" fmla="*/ 3742776 w 4572002"/>
              <a:gd name="connsiteY341" fmla="*/ 642538 h 6858002"/>
              <a:gd name="connsiteX342" fmla="*/ 3730253 w 4572002"/>
              <a:gd name="connsiteY342" fmla="*/ 694928 h 6858002"/>
              <a:gd name="connsiteX343" fmla="*/ 3742777 w 4572002"/>
              <a:gd name="connsiteY343" fmla="*/ 642537 h 6858002"/>
              <a:gd name="connsiteX344" fmla="*/ 3746158 w 4572002"/>
              <a:gd name="connsiteY344" fmla="*/ 580050 h 6858002"/>
              <a:gd name="connsiteX345" fmla="*/ 3752636 w 4572002"/>
              <a:gd name="connsiteY345" fmla="*/ 556047 h 6858002"/>
              <a:gd name="connsiteX346" fmla="*/ 3774848 w 4572002"/>
              <a:gd name="connsiteY346" fmla="*/ 298169 h 6858002"/>
              <a:gd name="connsiteX347" fmla="*/ 3760065 w 4572002"/>
              <a:gd name="connsiteY347" fmla="*/ 313534 h 6858002"/>
              <a:gd name="connsiteX348" fmla="*/ 3759493 w 4572002"/>
              <a:gd name="connsiteY348" fmla="*/ 338871 h 6858002"/>
              <a:gd name="connsiteX349" fmla="*/ 3759500 w 4572002"/>
              <a:gd name="connsiteY349" fmla="*/ 338900 h 6858002"/>
              <a:gd name="connsiteX350" fmla="*/ 3769400 w 4572002"/>
              <a:gd name="connsiteY350" fmla="*/ 395640 h 6858002"/>
              <a:gd name="connsiteX351" fmla="*/ 3765590 w 4572002"/>
              <a:gd name="connsiteY351" fmla="*/ 367328 h 6858002"/>
              <a:gd name="connsiteX352" fmla="*/ 3759500 w 4572002"/>
              <a:gd name="connsiteY352" fmla="*/ 338900 h 6858002"/>
              <a:gd name="connsiteX353" fmla="*/ 3759494 w 4572002"/>
              <a:gd name="connsiteY353" fmla="*/ 338870 h 6858002"/>
              <a:gd name="connsiteX354" fmla="*/ 3760066 w 4572002"/>
              <a:gd name="connsiteY354" fmla="*/ 313533 h 6858002"/>
              <a:gd name="connsiteX355" fmla="*/ 3782393 w 4572002"/>
              <a:gd name="connsiteY355" fmla="*/ 281568 h 6858002"/>
              <a:gd name="connsiteX356" fmla="*/ 3777498 w 4572002"/>
              <a:gd name="connsiteY356" fmla="*/ 295415 h 6858002"/>
              <a:gd name="connsiteX357" fmla="*/ 3777499 w 4572002"/>
              <a:gd name="connsiteY357" fmla="*/ 295415 h 6858002"/>
              <a:gd name="connsiteX358" fmla="*/ 3769073 w 4572002"/>
              <a:gd name="connsiteY358" fmla="*/ 24486 h 6858002"/>
              <a:gd name="connsiteX359" fmla="*/ 3766810 w 4572002"/>
              <a:gd name="connsiteY359" fmla="*/ 74129 h 6858002"/>
              <a:gd name="connsiteX360" fmla="*/ 3772734 w 4572002"/>
              <a:gd name="connsiteY360" fmla="*/ 125861 h 6858002"/>
              <a:gd name="connsiteX361" fmla="*/ 3777129 w 4572002"/>
              <a:gd name="connsiteY361" fmla="*/ 153387 h 6858002"/>
              <a:gd name="connsiteX362" fmla="*/ 3785402 w 4572002"/>
              <a:gd name="connsiteY362" fmla="*/ 228944 h 6858002"/>
              <a:gd name="connsiteX363" fmla="*/ 3780943 w 4572002"/>
              <a:gd name="connsiteY363" fmla="*/ 177271 h 6858002"/>
              <a:gd name="connsiteX364" fmla="*/ 3777129 w 4572002"/>
              <a:gd name="connsiteY364" fmla="*/ 153387 h 6858002"/>
              <a:gd name="connsiteX365" fmla="*/ 3776930 w 4572002"/>
              <a:gd name="connsiteY365" fmla="*/ 151569 h 6858002"/>
              <a:gd name="connsiteX366" fmla="*/ 3766811 w 4572002"/>
              <a:gd name="connsiteY366" fmla="*/ 74129 h 6858002"/>
              <a:gd name="connsiteX367" fmla="*/ 3766492 w 4572002"/>
              <a:gd name="connsiteY367" fmla="*/ 0 h 6858002"/>
              <a:gd name="connsiteX368" fmla="*/ 4230600 w 4572002"/>
              <a:gd name="connsiteY368" fmla="*/ 0 h 6858002"/>
              <a:gd name="connsiteX369" fmla="*/ 4229473 w 4572002"/>
              <a:gd name="connsiteY369" fmla="*/ 2817 h 6858002"/>
              <a:gd name="connsiteX370" fmla="*/ 4215375 w 4572002"/>
              <a:gd name="connsiteY370" fmla="*/ 63587 h 6858002"/>
              <a:gd name="connsiteX371" fmla="*/ 4201468 w 4572002"/>
              <a:gd name="connsiteY371" fmla="*/ 176939 h 6858002"/>
              <a:gd name="connsiteX372" fmla="*/ 4193466 w 4572002"/>
              <a:gd name="connsiteY372" fmla="*/ 200182 h 6858002"/>
              <a:gd name="connsiteX373" fmla="*/ 4155554 w 4572002"/>
              <a:gd name="connsiteY373" fmla="*/ 340774 h 6858002"/>
              <a:gd name="connsiteX374" fmla="*/ 4156319 w 4572002"/>
              <a:gd name="connsiteY374" fmla="*/ 453364 h 6858002"/>
              <a:gd name="connsiteX375" fmla="*/ 4158033 w 4572002"/>
              <a:gd name="connsiteY375" fmla="*/ 462126 h 6858002"/>
              <a:gd name="connsiteX376" fmla="*/ 4170605 w 4572002"/>
              <a:gd name="connsiteY376" fmla="*/ 505182 h 6858002"/>
              <a:gd name="connsiteX377" fmla="*/ 4167177 w 4572002"/>
              <a:gd name="connsiteY377" fmla="*/ 571860 h 6858002"/>
              <a:gd name="connsiteX378" fmla="*/ 4149840 w 4572002"/>
              <a:gd name="connsiteY378" fmla="*/ 617772 h 6858002"/>
              <a:gd name="connsiteX379" fmla="*/ 4149078 w 4572002"/>
              <a:gd name="connsiteY379" fmla="*/ 674923 h 6858002"/>
              <a:gd name="connsiteX380" fmla="*/ 4159937 w 4572002"/>
              <a:gd name="connsiteY380" fmla="*/ 740268 h 6858002"/>
              <a:gd name="connsiteX381" fmla="*/ 4162223 w 4572002"/>
              <a:gd name="connsiteY381" fmla="*/ 769605 h 6858002"/>
              <a:gd name="connsiteX382" fmla="*/ 4184703 w 4572002"/>
              <a:gd name="connsiteY382" fmla="*/ 850189 h 6858002"/>
              <a:gd name="connsiteX383" fmla="*/ 4179179 w 4572002"/>
              <a:gd name="connsiteY383" fmla="*/ 898198 h 6858002"/>
              <a:gd name="connsiteX384" fmla="*/ 4164319 w 4572002"/>
              <a:gd name="connsiteY384" fmla="*/ 945444 h 6858002"/>
              <a:gd name="connsiteX385" fmla="*/ 4150030 w 4572002"/>
              <a:gd name="connsiteY385" fmla="*/ 975733 h 6858002"/>
              <a:gd name="connsiteX386" fmla="*/ 4139934 w 4572002"/>
              <a:gd name="connsiteY386" fmla="*/ 1036887 h 6858002"/>
              <a:gd name="connsiteX387" fmla="*/ 4141458 w 4572002"/>
              <a:gd name="connsiteY387" fmla="*/ 1048125 h 6858002"/>
              <a:gd name="connsiteX388" fmla="*/ 4154032 w 4572002"/>
              <a:gd name="connsiteY388" fmla="*/ 1230633 h 6858002"/>
              <a:gd name="connsiteX389" fmla="*/ 4174225 w 4572002"/>
              <a:gd name="connsiteY389" fmla="*/ 1303024 h 6858002"/>
              <a:gd name="connsiteX390" fmla="*/ 4176701 w 4572002"/>
              <a:gd name="connsiteY390" fmla="*/ 1318456 h 6858002"/>
              <a:gd name="connsiteX391" fmla="*/ 4199372 w 4572002"/>
              <a:gd name="connsiteY391" fmla="*/ 1472575 h 6858002"/>
              <a:gd name="connsiteX392" fmla="*/ 4200325 w 4572002"/>
              <a:gd name="connsiteY392" fmla="*/ 1489720 h 6858002"/>
              <a:gd name="connsiteX393" fmla="*/ 4196324 w 4572002"/>
              <a:gd name="connsiteY393" fmla="*/ 1537537 h 6858002"/>
              <a:gd name="connsiteX394" fmla="*/ 4237474 w 4572002"/>
              <a:gd name="connsiteY394" fmla="*/ 1650317 h 6858002"/>
              <a:gd name="connsiteX395" fmla="*/ 4251572 w 4572002"/>
              <a:gd name="connsiteY395" fmla="*/ 1763287 h 6858002"/>
              <a:gd name="connsiteX396" fmla="*/ 4251380 w 4572002"/>
              <a:gd name="connsiteY396" fmla="*/ 1825393 h 6858002"/>
              <a:gd name="connsiteX397" fmla="*/ 4261478 w 4572002"/>
              <a:gd name="connsiteY397" fmla="*/ 1869780 h 6858002"/>
              <a:gd name="connsiteX398" fmla="*/ 4292149 w 4572002"/>
              <a:gd name="connsiteY398" fmla="*/ 1978940 h 6858002"/>
              <a:gd name="connsiteX399" fmla="*/ 4296911 w 4572002"/>
              <a:gd name="connsiteY399" fmla="*/ 2030378 h 6858002"/>
              <a:gd name="connsiteX400" fmla="*/ 4307201 w 4572002"/>
              <a:gd name="connsiteY400" fmla="*/ 2085054 h 6858002"/>
              <a:gd name="connsiteX401" fmla="*/ 4353302 w 4572002"/>
              <a:gd name="connsiteY401" fmla="*/ 2220312 h 6858002"/>
              <a:gd name="connsiteX402" fmla="*/ 4350636 w 4572002"/>
              <a:gd name="connsiteY402" fmla="*/ 2330806 h 6858002"/>
              <a:gd name="connsiteX403" fmla="*/ 4351206 w 4572002"/>
              <a:gd name="connsiteY403" fmla="*/ 2401292 h 6858002"/>
              <a:gd name="connsiteX404" fmla="*/ 4366446 w 4572002"/>
              <a:gd name="connsiteY404" fmla="*/ 2485307 h 6858002"/>
              <a:gd name="connsiteX405" fmla="*/ 4388736 w 4572002"/>
              <a:gd name="connsiteY405" fmla="*/ 2554079 h 6858002"/>
              <a:gd name="connsiteX406" fmla="*/ 4406453 w 4572002"/>
              <a:gd name="connsiteY406" fmla="*/ 2649143 h 6858002"/>
              <a:gd name="connsiteX407" fmla="*/ 4440554 w 4572002"/>
              <a:gd name="connsiteY407" fmla="*/ 2743826 h 6858002"/>
              <a:gd name="connsiteX408" fmla="*/ 4466653 w 4572002"/>
              <a:gd name="connsiteY408" fmla="*/ 2809930 h 6858002"/>
              <a:gd name="connsiteX409" fmla="*/ 4489705 w 4572002"/>
              <a:gd name="connsiteY409" fmla="*/ 2901943 h 6858002"/>
              <a:gd name="connsiteX410" fmla="*/ 4505897 w 4572002"/>
              <a:gd name="connsiteY410" fmla="*/ 3042728 h 6858002"/>
              <a:gd name="connsiteX411" fmla="*/ 4507613 w 4572002"/>
              <a:gd name="connsiteY411" fmla="*/ 3107500 h 6858002"/>
              <a:gd name="connsiteX412" fmla="*/ 4545521 w 4572002"/>
              <a:gd name="connsiteY412" fmla="*/ 3209993 h 6858002"/>
              <a:gd name="connsiteX413" fmla="*/ 4563811 w 4572002"/>
              <a:gd name="connsiteY413" fmla="*/ 3253809 h 6858002"/>
              <a:gd name="connsiteX414" fmla="*/ 4548570 w 4572002"/>
              <a:gd name="connsiteY414" fmla="*/ 3293244 h 6858002"/>
              <a:gd name="connsiteX415" fmla="*/ 4531043 w 4572002"/>
              <a:gd name="connsiteY415" fmla="*/ 3318771 h 6858002"/>
              <a:gd name="connsiteX416" fmla="*/ 4545904 w 4572002"/>
              <a:gd name="connsiteY416" fmla="*/ 3399546 h 6858002"/>
              <a:gd name="connsiteX417" fmla="*/ 4561524 w 4572002"/>
              <a:gd name="connsiteY417" fmla="*/ 3485275 h 6858002"/>
              <a:gd name="connsiteX418" fmla="*/ 4572002 w 4572002"/>
              <a:gd name="connsiteY418" fmla="*/ 3546617 h 6858002"/>
              <a:gd name="connsiteX419" fmla="*/ 4563620 w 4572002"/>
              <a:gd name="connsiteY419" fmla="*/ 3623201 h 6858002"/>
              <a:gd name="connsiteX420" fmla="*/ 4560192 w 4572002"/>
              <a:gd name="connsiteY420" fmla="*/ 3683591 h 6858002"/>
              <a:gd name="connsiteX421" fmla="*/ 4550476 w 4572002"/>
              <a:gd name="connsiteY421" fmla="*/ 3732361 h 6858002"/>
              <a:gd name="connsiteX422" fmla="*/ 4544759 w 4572002"/>
              <a:gd name="connsiteY422" fmla="*/ 3749506 h 6858002"/>
              <a:gd name="connsiteX423" fmla="*/ 4500182 w 4572002"/>
              <a:gd name="connsiteY423" fmla="*/ 3885338 h 6858002"/>
              <a:gd name="connsiteX424" fmla="*/ 4464557 w 4572002"/>
              <a:gd name="connsiteY424" fmla="*/ 4030503 h 6858002"/>
              <a:gd name="connsiteX425" fmla="*/ 4487039 w 4572002"/>
              <a:gd name="connsiteY425" fmla="*/ 4124614 h 6858002"/>
              <a:gd name="connsiteX426" fmla="*/ 4486656 w 4572002"/>
              <a:gd name="connsiteY426" fmla="*/ 4159667 h 6858002"/>
              <a:gd name="connsiteX427" fmla="*/ 4491801 w 4572002"/>
              <a:gd name="connsiteY427" fmla="*/ 4320837 h 6858002"/>
              <a:gd name="connsiteX428" fmla="*/ 4497325 w 4572002"/>
              <a:gd name="connsiteY428" fmla="*/ 4349222 h 6858002"/>
              <a:gd name="connsiteX429" fmla="*/ 4474653 w 4572002"/>
              <a:gd name="connsiteY429" fmla="*/ 4502579 h 6858002"/>
              <a:gd name="connsiteX430" fmla="*/ 4470844 w 4572002"/>
              <a:gd name="connsiteY430" fmla="*/ 4558207 h 6858002"/>
              <a:gd name="connsiteX431" fmla="*/ 4464557 w 4572002"/>
              <a:gd name="connsiteY431" fmla="*/ 4609452 h 6858002"/>
              <a:gd name="connsiteX432" fmla="*/ 4463033 w 4572002"/>
              <a:gd name="connsiteY432" fmla="*/ 4681083 h 6858002"/>
              <a:gd name="connsiteX433" fmla="*/ 4465891 w 4572002"/>
              <a:gd name="connsiteY433" fmla="*/ 4755381 h 6858002"/>
              <a:gd name="connsiteX434" fmla="*/ 4465319 w 4572002"/>
              <a:gd name="connsiteY434" fmla="*/ 4838250 h 6858002"/>
              <a:gd name="connsiteX435" fmla="*/ 4460367 w 4572002"/>
              <a:gd name="connsiteY435" fmla="*/ 4871019 h 6858002"/>
              <a:gd name="connsiteX436" fmla="*/ 4463795 w 4572002"/>
              <a:gd name="connsiteY436" fmla="*/ 4959602 h 6858002"/>
              <a:gd name="connsiteX437" fmla="*/ 4458082 w 4572002"/>
              <a:gd name="connsiteY437" fmla="*/ 5006086 h 6858002"/>
              <a:gd name="connsiteX438" fmla="*/ 4456937 w 4572002"/>
              <a:gd name="connsiteY438" fmla="*/ 5082670 h 6858002"/>
              <a:gd name="connsiteX439" fmla="*/ 4455603 w 4572002"/>
              <a:gd name="connsiteY439" fmla="*/ 5107627 h 6858002"/>
              <a:gd name="connsiteX440" fmla="*/ 4454840 w 4572002"/>
              <a:gd name="connsiteY440" fmla="*/ 5129916 h 6858002"/>
              <a:gd name="connsiteX441" fmla="*/ 4470464 w 4572002"/>
              <a:gd name="connsiteY441" fmla="*/ 5206308 h 6858002"/>
              <a:gd name="connsiteX442" fmla="*/ 4471415 w 4572002"/>
              <a:gd name="connsiteY442" fmla="*/ 5274129 h 6858002"/>
              <a:gd name="connsiteX443" fmla="*/ 4483990 w 4572002"/>
              <a:gd name="connsiteY443" fmla="*/ 5393005 h 6858002"/>
              <a:gd name="connsiteX444" fmla="*/ 4479607 w 4572002"/>
              <a:gd name="connsiteY444" fmla="*/ 5419295 h 6858002"/>
              <a:gd name="connsiteX445" fmla="*/ 4477894 w 4572002"/>
              <a:gd name="connsiteY445" fmla="*/ 5501594 h 6858002"/>
              <a:gd name="connsiteX446" fmla="*/ 4476560 w 4572002"/>
              <a:gd name="connsiteY446" fmla="*/ 5548460 h 6858002"/>
              <a:gd name="connsiteX447" fmla="*/ 4485703 w 4572002"/>
              <a:gd name="connsiteY447" fmla="*/ 5606372 h 6858002"/>
              <a:gd name="connsiteX448" fmla="*/ 4505134 w 4572002"/>
              <a:gd name="connsiteY448" fmla="*/ 5706959 h 6858002"/>
              <a:gd name="connsiteX449" fmla="*/ 4508183 w 4572002"/>
              <a:gd name="connsiteY449" fmla="*/ 5733440 h 6858002"/>
              <a:gd name="connsiteX450" fmla="*/ 4517519 w 4572002"/>
              <a:gd name="connsiteY450" fmla="*/ 5781830 h 6858002"/>
              <a:gd name="connsiteX451" fmla="*/ 4519234 w 4572002"/>
              <a:gd name="connsiteY451" fmla="*/ 5790592 h 6858002"/>
              <a:gd name="connsiteX452" fmla="*/ 4542855 w 4572002"/>
              <a:gd name="connsiteY452" fmla="*/ 5864318 h 6858002"/>
              <a:gd name="connsiteX453" fmla="*/ 4544759 w 4572002"/>
              <a:gd name="connsiteY453" fmla="*/ 5902610 h 6858002"/>
              <a:gd name="connsiteX454" fmla="*/ 4544951 w 4572002"/>
              <a:gd name="connsiteY454" fmla="*/ 6012723 h 6858002"/>
              <a:gd name="connsiteX455" fmla="*/ 4541332 w 4572002"/>
              <a:gd name="connsiteY455" fmla="*/ 6059397 h 6858002"/>
              <a:gd name="connsiteX456" fmla="*/ 4527426 w 4572002"/>
              <a:gd name="connsiteY456" fmla="*/ 6171605 h 6858002"/>
              <a:gd name="connsiteX457" fmla="*/ 4520568 w 4572002"/>
              <a:gd name="connsiteY457" fmla="*/ 6242093 h 6858002"/>
              <a:gd name="connsiteX458" fmla="*/ 4509706 w 4572002"/>
              <a:gd name="connsiteY458" fmla="*/ 6323058 h 6858002"/>
              <a:gd name="connsiteX459" fmla="*/ 4502848 w 4572002"/>
              <a:gd name="connsiteY459" fmla="*/ 6415833 h 6858002"/>
              <a:gd name="connsiteX460" fmla="*/ 4482084 w 4572002"/>
              <a:gd name="connsiteY460" fmla="*/ 6584812 h 6858002"/>
              <a:gd name="connsiteX461" fmla="*/ 4460557 w 4572002"/>
              <a:gd name="connsiteY461" fmla="*/ 6748458 h 6858002"/>
              <a:gd name="connsiteX462" fmla="*/ 4441507 w 4572002"/>
              <a:gd name="connsiteY462" fmla="*/ 6815516 h 6858002"/>
              <a:gd name="connsiteX463" fmla="*/ 4431806 w 4572002"/>
              <a:gd name="connsiteY463" fmla="*/ 6858001 h 6858002"/>
              <a:gd name="connsiteX464" fmla="*/ 4259554 w 4572002"/>
              <a:gd name="connsiteY464" fmla="*/ 6858001 h 6858002"/>
              <a:gd name="connsiteX465" fmla="*/ 4259554 w 4572002"/>
              <a:gd name="connsiteY465" fmla="*/ 6858002 h 6858002"/>
              <a:gd name="connsiteX466" fmla="*/ 0 w 4572002"/>
              <a:gd name="connsiteY466" fmla="*/ 6858002 h 6858002"/>
              <a:gd name="connsiteX467" fmla="*/ 0 w 4572002"/>
              <a:gd name="connsiteY467" fmla="*/ 2 h 6858002"/>
              <a:gd name="connsiteX468" fmla="*/ 3766492 w 4572002"/>
              <a:gd name="connsiteY468" fmla="*/ 1 h 6858002"/>
              <a:gd name="connsiteX469" fmla="*/ 3769210 w 4572002"/>
              <a:gd name="connsiteY469" fmla="*/ 21486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</a:cxnLst>
            <a:rect l="l" t="t" r="r" b="b"/>
            <a:pathLst>
              <a:path w="4572002" h="6858002">
                <a:moveTo>
                  <a:pt x="4214994" y="6564620"/>
                </a:moveTo>
                <a:lnTo>
                  <a:pt x="4214994" y="6564621"/>
                </a:lnTo>
                <a:cubicBezTo>
                  <a:pt x="4225281" y="6575479"/>
                  <a:pt x="4231378" y="6582147"/>
                  <a:pt x="4237474" y="6588626"/>
                </a:cubicBezTo>
                <a:lnTo>
                  <a:pt x="4254096" y="6625225"/>
                </a:lnTo>
                <a:lnTo>
                  <a:pt x="4247001" y="6662540"/>
                </a:lnTo>
                <a:lnTo>
                  <a:pt x="4247000" y="6662541"/>
                </a:lnTo>
                <a:lnTo>
                  <a:pt x="4246999" y="6662544"/>
                </a:lnTo>
                <a:lnTo>
                  <a:pt x="4235550" y="6683027"/>
                </a:lnTo>
                <a:lnTo>
                  <a:pt x="4232403" y="6702976"/>
                </a:lnTo>
                <a:lnTo>
                  <a:pt x="4232403" y="6702977"/>
                </a:lnTo>
                <a:cubicBezTo>
                  <a:pt x="4232808" y="6716169"/>
                  <a:pt x="4237951" y="6729219"/>
                  <a:pt x="4246238" y="6742553"/>
                </a:cubicBezTo>
                <a:lnTo>
                  <a:pt x="4246239" y="6742555"/>
                </a:lnTo>
                <a:lnTo>
                  <a:pt x="4265716" y="6812062"/>
                </a:lnTo>
                <a:lnTo>
                  <a:pt x="4265717" y="6812064"/>
                </a:lnTo>
                <a:lnTo>
                  <a:pt x="4265717" y="6812063"/>
                </a:lnTo>
                <a:lnTo>
                  <a:pt x="4265716" y="6812062"/>
                </a:lnTo>
                <a:lnTo>
                  <a:pt x="4260942" y="6776800"/>
                </a:lnTo>
                <a:lnTo>
                  <a:pt x="4246239" y="6742555"/>
                </a:lnTo>
                <a:lnTo>
                  <a:pt x="4246238" y="6742552"/>
                </a:lnTo>
                <a:lnTo>
                  <a:pt x="4232403" y="6702976"/>
                </a:lnTo>
                <a:lnTo>
                  <a:pt x="4246999" y="6662544"/>
                </a:lnTo>
                <a:lnTo>
                  <a:pt x="4247000" y="6662542"/>
                </a:lnTo>
                <a:lnTo>
                  <a:pt x="4247001" y="6662540"/>
                </a:lnTo>
                <a:lnTo>
                  <a:pt x="4254084" y="6645552"/>
                </a:lnTo>
                <a:lnTo>
                  <a:pt x="4254096" y="6625225"/>
                </a:lnTo>
                <a:lnTo>
                  <a:pt x="4254096" y="6625224"/>
                </a:lnTo>
                <a:cubicBezTo>
                  <a:pt x="4252000" y="6611341"/>
                  <a:pt x="4245951" y="6597578"/>
                  <a:pt x="4237474" y="6588625"/>
                </a:cubicBezTo>
                <a:close/>
                <a:moveTo>
                  <a:pt x="4295315" y="6438981"/>
                </a:moveTo>
                <a:lnTo>
                  <a:pt x="4275385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20" y="6521804"/>
                </a:lnTo>
                <a:lnTo>
                  <a:pt x="4261587" y="6513012"/>
                </a:lnTo>
                <a:lnTo>
                  <a:pt x="4264398" y="6508052"/>
                </a:lnTo>
                <a:lnTo>
                  <a:pt x="4275382" y="6463849"/>
                </a:lnTo>
                <a:lnTo>
                  <a:pt x="4275385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381289" y="6365204"/>
                </a:moveTo>
                <a:lnTo>
                  <a:pt x="4380008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close/>
                <a:moveTo>
                  <a:pt x="4142220" y="4221391"/>
                </a:move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lnTo>
                  <a:pt x="4153733" y="4863343"/>
                </a:ln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62914" y="4952673"/>
                </a:lnTo>
                <a:lnTo>
                  <a:pt x="4165707" y="4957454"/>
                </a:lnTo>
                <a:lnTo>
                  <a:pt x="4166985" y="4961456"/>
                </a:lnTo>
                <a:cubicBezTo>
                  <a:pt x="4171496" y="4970097"/>
                  <a:pt x="4177202" y="4978394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087" y="5052096"/>
                  <a:pt x="4213005" y="5062300"/>
                  <a:pt x="4216684" y="5072376"/>
                </a:cubicBezTo>
                <a:lnTo>
                  <a:pt x="4222587" y="5087441"/>
                </a:lnTo>
                <a:lnTo>
                  <a:pt x="4235615" y="5133220"/>
                </a:ln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cubicBezTo>
                  <a:pt x="4228139" y="5167638"/>
                  <a:pt x="4228712" y="5169781"/>
                  <a:pt x="4229593" y="5172091"/>
                </a:cubicBezTo>
                <a:lnTo>
                  <a:pt x="4232139" y="5179068"/>
                </a:lnTo>
                <a:cubicBezTo>
                  <a:pt x="4235759" y="5196595"/>
                  <a:pt x="4235807" y="5213598"/>
                  <a:pt x="4231973" y="5229434"/>
                </a:cubicBezTo>
                <a:lnTo>
                  <a:pt x="4225669" y="5241089"/>
                </a:lnTo>
                <a:lnTo>
                  <a:pt x="4208517" y="5272796"/>
                </a:lnTo>
                <a:cubicBezTo>
                  <a:pt x="4196871" y="5285441"/>
                  <a:pt x="4189165" y="5298595"/>
                  <a:pt x="4184613" y="5312288"/>
                </a:cubicBezTo>
                <a:lnTo>
                  <a:pt x="4183557" y="5321350"/>
                </a:lnTo>
                <a:lnTo>
                  <a:pt x="4181083" y="5326163"/>
                </a:ln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7" y="5480638"/>
                </a:cubicBezTo>
                <a:lnTo>
                  <a:pt x="4208850" y="5507668"/>
                </a:lnTo>
                <a:lnTo>
                  <a:pt x="4198232" y="5531692"/>
                </a:lnTo>
                <a:lnTo>
                  <a:pt x="4198231" y="5531693"/>
                </a:ln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9"/>
                </a:lnTo>
                <a:cubicBezTo>
                  <a:pt x="4188180" y="5552508"/>
                  <a:pt x="4191562" y="5557318"/>
                  <a:pt x="4197659" y="5562747"/>
                </a:cubicBezTo>
                <a:cubicBezTo>
                  <a:pt x="4240332" y="5600468"/>
                  <a:pt x="4267003" y="5646190"/>
                  <a:pt x="4268907" y="5704484"/>
                </a:cubicBezTo>
                <a:cubicBezTo>
                  <a:pt x="4269289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8" y="5760874"/>
                </a:cubicBezTo>
                <a:cubicBezTo>
                  <a:pt x="4322821" y="5794975"/>
                  <a:pt x="4350063" y="5837458"/>
                  <a:pt x="4371973" y="5883752"/>
                </a:cubicBezTo>
                <a:lnTo>
                  <a:pt x="4371974" y="5883757"/>
                </a:lnTo>
                <a:lnTo>
                  <a:pt x="4389877" y="5935946"/>
                </a:lnTo>
                <a:lnTo>
                  <a:pt x="4389878" y="5935950"/>
                </a:lnTo>
                <a:lnTo>
                  <a:pt x="4386259" y="5993290"/>
                </a:lnTo>
                <a:lnTo>
                  <a:pt x="4386259" y="5993291"/>
                </a:ln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8" y="6082258"/>
                  <a:pt x="4323583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13591" y="6143190"/>
                </a:lnTo>
                <a:lnTo>
                  <a:pt x="4325486" y="6155600"/>
                </a:lnTo>
                <a:lnTo>
                  <a:pt x="4325488" y="6155603"/>
                </a:lnTo>
                <a:cubicBezTo>
                  <a:pt x="4347778" y="6175798"/>
                  <a:pt x="4359398" y="6200945"/>
                  <a:pt x="4364160" y="6228757"/>
                </a:cubicBezTo>
                <a:lnTo>
                  <a:pt x="4381497" y="6361540"/>
                </a:lnTo>
                <a:lnTo>
                  <a:pt x="4381497" y="6361539"/>
                </a:lnTo>
                <a:cubicBezTo>
                  <a:pt x="4377877" y="6317151"/>
                  <a:pt x="4371590" y="6272764"/>
                  <a:pt x="4364160" y="6228756"/>
                </a:cubicBezTo>
                <a:cubicBezTo>
                  <a:pt x="4359398" y="6200944"/>
                  <a:pt x="4347778" y="6175797"/>
                  <a:pt x="4325488" y="6155602"/>
                </a:cubicBezTo>
                <a:lnTo>
                  <a:pt x="4325486" y="6155600"/>
                </a:lnTo>
                <a:lnTo>
                  <a:pt x="4309890" y="6133315"/>
                </a:lnTo>
                <a:lnTo>
                  <a:pt x="4323583" y="6108739"/>
                </a:lnTo>
                <a:cubicBezTo>
                  <a:pt x="4343778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9" y="5993292"/>
                </a:cubicBezTo>
                <a:lnTo>
                  <a:pt x="4386259" y="5993290"/>
                </a:lnTo>
                <a:lnTo>
                  <a:pt x="4389712" y="5964477"/>
                </a:lnTo>
                <a:lnTo>
                  <a:pt x="4389878" y="5935950"/>
                </a:lnTo>
                <a:lnTo>
                  <a:pt x="4389878" y="5935949"/>
                </a:lnTo>
                <a:lnTo>
                  <a:pt x="4389877" y="5935946"/>
                </a:lnTo>
                <a:lnTo>
                  <a:pt x="4382997" y="5909351"/>
                </a:lnTo>
                <a:lnTo>
                  <a:pt x="4371974" y="5883757"/>
                </a:lnTo>
                <a:lnTo>
                  <a:pt x="4371973" y="5883751"/>
                </a:lnTo>
                <a:cubicBezTo>
                  <a:pt x="4350063" y="5837457"/>
                  <a:pt x="4322821" y="5794974"/>
                  <a:pt x="4283578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9" y="5716485"/>
                  <a:pt x="4268907" y="5704483"/>
                </a:cubicBezTo>
                <a:cubicBezTo>
                  <a:pt x="4267003" y="5646189"/>
                  <a:pt x="4240332" y="5600467"/>
                  <a:pt x="4197659" y="5562746"/>
                </a:cubicBezTo>
                <a:lnTo>
                  <a:pt x="4188085" y="5547578"/>
                </a:lnTo>
                <a:lnTo>
                  <a:pt x="4198231" y="5531694"/>
                </a:lnTo>
                <a:lnTo>
                  <a:pt x="4198232" y="5531692"/>
                </a:lnTo>
                <a:lnTo>
                  <a:pt x="4206630" y="5520422"/>
                </a:ln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7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3557" y="5321350"/>
                </a:lnTo>
                <a:lnTo>
                  <a:pt x="4208517" y="5272797"/>
                </a:lnTo>
                <a:lnTo>
                  <a:pt x="4225669" y="5241089"/>
                </a:lnTo>
                <a:lnTo>
                  <a:pt x="4231973" y="5229433"/>
                </a:ln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3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4"/>
                </a:lnTo>
                <a:lnTo>
                  <a:pt x="4235615" y="5133220"/>
                </a:lnTo>
                <a:lnTo>
                  <a:pt x="4228473" y="5102461"/>
                </a:lnTo>
                <a:lnTo>
                  <a:pt x="4222587" y="5087441"/>
                </a:lnTo>
                <a:lnTo>
                  <a:pt x="4222582" y="5087423"/>
                </a:lnTo>
                <a:cubicBezTo>
                  <a:pt x="4216496" y="5072411"/>
                  <a:pt x="4210397" y="505738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lnTo>
                  <a:pt x="4165707" y="4957454"/>
                </a:ln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56484" y="4867614"/>
                </a:lnTo>
                <a:lnTo>
                  <a:pt x="4153733" y="4863343"/>
                </a:lnTo>
                <a:lnTo>
                  <a:pt x="4151983" y="4857317"/>
                </a:lnTo>
                <a:cubicBezTo>
                  <a:pt x="4146840" y="4847214"/>
                  <a:pt x="4139839" y="4837703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9" y="4442762"/>
                  <a:pt x="4197659" y="4403326"/>
                  <a:pt x="4196706" y="4363891"/>
                </a:cubicBez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close/>
                <a:moveTo>
                  <a:pt x="4211111" y="2836172"/>
                </a:moveTo>
                <a:lnTo>
                  <a:pt x="4202421" y="2848793"/>
                </a:lnTo>
                <a:cubicBezTo>
                  <a:pt x="4197421" y="2865010"/>
                  <a:pt x="4191562" y="2881307"/>
                  <a:pt x="4186816" y="2897785"/>
                </a:cubicBezTo>
                <a:lnTo>
                  <a:pt x="4185787" y="2903551"/>
                </a:lnTo>
                <a:lnTo>
                  <a:pt x="4182513" y="2914328"/>
                </a:lnTo>
                <a:lnTo>
                  <a:pt x="4177882" y="2947858"/>
                </a:lnTo>
                <a:lnTo>
                  <a:pt x="4177881" y="2947862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lnTo>
                  <a:pt x="4136708" y="3654416"/>
                </a:lnTo>
                <a:lnTo>
                  <a:pt x="4140382" y="3668940"/>
                </a:ln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7425" y="3868764"/>
                </a:lnTo>
                <a:lnTo>
                  <a:pt x="4126028" y="3885337"/>
                </a:lnTo>
                <a:lnTo>
                  <a:pt x="4126028" y="3885339"/>
                </a:ln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42221" y="4043838"/>
                </a:lnTo>
                <a:lnTo>
                  <a:pt x="4142220" y="4043839"/>
                </a:ln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9066" y="4134256"/>
                </a:lnTo>
                <a:lnTo>
                  <a:pt x="4138410" y="4165382"/>
                </a:lnTo>
                <a:lnTo>
                  <a:pt x="4138410" y="4165384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lnTo>
                  <a:pt x="4138410" y="4165382"/>
                </a:lnTo>
                <a:lnTo>
                  <a:pt x="4127099" y="4103826"/>
                </a:lnTo>
                <a:lnTo>
                  <a:pt x="4142220" y="4043840"/>
                </a:lnTo>
                <a:lnTo>
                  <a:pt x="4142221" y="4043838"/>
                </a:lnTo>
                <a:lnTo>
                  <a:pt x="4155523" y="4002410"/>
                </a:ln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lnTo>
                  <a:pt x="4126028" y="3885337"/>
                </a:ln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3"/>
                </a:lnTo>
                <a:lnTo>
                  <a:pt x="4140382" y="3668940"/>
                </a:lnTo>
                <a:lnTo>
                  <a:pt x="4136708" y="3654416"/>
                </a:lnTo>
                <a:lnTo>
                  <a:pt x="4136708" y="3654416"/>
                </a:lnTo>
                <a:lnTo>
                  <a:pt x="4136708" y="3654415"/>
                </a:lnTo>
                <a:cubicBezTo>
                  <a:pt x="4132898" y="3646123"/>
                  <a:pt x="4127219" y="3638157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77882" y="2947858"/>
                </a:lnTo>
                <a:lnTo>
                  <a:pt x="4185787" y="2903551"/>
                </a:lnTo>
                <a:lnTo>
                  <a:pt x="4202421" y="2848794"/>
                </a:lnTo>
                <a:cubicBezTo>
                  <a:pt x="4203754" y="2844317"/>
                  <a:pt x="4207040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25839" y="2518262"/>
                </a:lnTo>
                <a:lnTo>
                  <a:pt x="4125838" y="2518264"/>
                </a:ln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3" y="2668002"/>
                </a:cubicBezTo>
                <a:cubicBezTo>
                  <a:pt x="4223947" y="2691055"/>
                  <a:pt x="4237663" y="2716964"/>
                  <a:pt x="4247953" y="2745349"/>
                </a:cubicBezTo>
                <a:lnTo>
                  <a:pt x="4247954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1" y="2811787"/>
                </a:lnTo>
                <a:lnTo>
                  <a:pt x="4243372" y="2811787"/>
                </a:lnTo>
                <a:lnTo>
                  <a:pt x="4243374" y="2811780"/>
                </a:lnTo>
                <a:lnTo>
                  <a:pt x="4253025" y="2793023"/>
                </a:lnTo>
                <a:lnTo>
                  <a:pt x="4253453" y="2785440"/>
                </a:lnTo>
                <a:lnTo>
                  <a:pt x="4254654" y="2782305"/>
                </a:lnTo>
                <a:lnTo>
                  <a:pt x="4253873" y="2778006"/>
                </a:lnTo>
                <a:lnTo>
                  <a:pt x="4254284" y="2770758"/>
                </a:lnTo>
                <a:lnTo>
                  <a:pt x="4247954" y="2745352"/>
                </a:lnTo>
                <a:lnTo>
                  <a:pt x="4247953" y="2745348"/>
                </a:lnTo>
                <a:cubicBezTo>
                  <a:pt x="4237663" y="2716963"/>
                  <a:pt x="4223947" y="2691054"/>
                  <a:pt x="4199563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lnTo>
                  <a:pt x="4125839" y="2518262"/>
                </a:lnTo>
                <a:lnTo>
                  <a:pt x="4132419" y="2490551"/>
                </a:ln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45230" y="1459073"/>
                </a:moveTo>
                <a:lnTo>
                  <a:pt x="3745229" y="1459074"/>
                </a:lnTo>
                <a:lnTo>
                  <a:pt x="3736012" y="1481572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lnTo>
                  <a:pt x="3759500" y="338900"/>
                </a:lnTo>
                <a:lnTo>
                  <a:pt x="3769400" y="395640"/>
                </a:lnTo>
                <a:lnTo>
                  <a:pt x="3765590" y="367328"/>
                </a:lnTo>
                <a:lnTo>
                  <a:pt x="3759500" y="338900"/>
                </a:lnTo>
                <a:lnTo>
                  <a:pt x="3759494" y="338870"/>
                </a:ln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2" y="21486"/>
                  <a:pt x="4218423" y="43012"/>
                  <a:pt x="4215375" y="63587"/>
                </a:cubicBezTo>
                <a:cubicBezTo>
                  <a:pt x="4209851" y="101308"/>
                  <a:pt x="4206421" y="139219"/>
                  <a:pt x="4201468" y="176939"/>
                </a:cubicBezTo>
                <a:cubicBezTo>
                  <a:pt x="4200325" y="184941"/>
                  <a:pt x="4198231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5" y="1489720"/>
                </a:cubicBezTo>
                <a:cubicBezTo>
                  <a:pt x="4198993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4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2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50" y="1992279"/>
                  <a:pt x="4294815" y="2013043"/>
                  <a:pt x="4296911" y="2030378"/>
                </a:cubicBezTo>
                <a:cubicBezTo>
                  <a:pt x="4299388" y="2048668"/>
                  <a:pt x="4301673" y="2067525"/>
                  <a:pt x="4307201" y="2085054"/>
                </a:cubicBezTo>
                <a:cubicBezTo>
                  <a:pt x="4321679" y="2130393"/>
                  <a:pt x="4338062" y="2175163"/>
                  <a:pt x="4353302" y="2220312"/>
                </a:cubicBezTo>
                <a:cubicBezTo>
                  <a:pt x="4365877" y="2257459"/>
                  <a:pt x="4355970" y="2294039"/>
                  <a:pt x="4350636" y="2330806"/>
                </a:cubicBezTo>
                <a:cubicBezTo>
                  <a:pt x="4347205" y="2353859"/>
                  <a:pt x="4339013" y="2375383"/>
                  <a:pt x="4351206" y="2401292"/>
                </a:cubicBezTo>
                <a:cubicBezTo>
                  <a:pt x="4362828" y="2426059"/>
                  <a:pt x="4360160" y="2457492"/>
                  <a:pt x="4366446" y="2485307"/>
                </a:cubicBezTo>
                <a:cubicBezTo>
                  <a:pt x="4371781" y="2508742"/>
                  <a:pt x="4380354" y="2531409"/>
                  <a:pt x="4388736" y="2554079"/>
                </a:cubicBezTo>
                <a:cubicBezTo>
                  <a:pt x="4400168" y="2584942"/>
                  <a:pt x="4412167" y="2615421"/>
                  <a:pt x="4406453" y="2649143"/>
                </a:cubicBezTo>
                <a:cubicBezTo>
                  <a:pt x="4399976" y="2687436"/>
                  <a:pt x="4424359" y="2713723"/>
                  <a:pt x="4440554" y="2743826"/>
                </a:cubicBezTo>
                <a:cubicBezTo>
                  <a:pt x="4451603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5" y="2901943"/>
                </a:cubicBezTo>
                <a:cubicBezTo>
                  <a:pt x="4502848" y="2948047"/>
                  <a:pt x="4513137" y="2994722"/>
                  <a:pt x="4505897" y="3042728"/>
                </a:cubicBezTo>
                <a:cubicBezTo>
                  <a:pt x="4502659" y="3064827"/>
                  <a:pt x="4502848" y="3085403"/>
                  <a:pt x="4507613" y="3107500"/>
                </a:cubicBezTo>
                <a:cubicBezTo>
                  <a:pt x="4515422" y="3143695"/>
                  <a:pt x="4516376" y="3180844"/>
                  <a:pt x="4545521" y="3209993"/>
                </a:cubicBezTo>
                <a:cubicBezTo>
                  <a:pt x="4555811" y="3220280"/>
                  <a:pt x="4558477" y="3238758"/>
                  <a:pt x="4563811" y="3253809"/>
                </a:cubicBezTo>
                <a:cubicBezTo>
                  <a:pt x="4570099" y="3271145"/>
                  <a:pt x="4566858" y="3283908"/>
                  <a:pt x="4548570" y="3293244"/>
                </a:cubicBezTo>
                <a:cubicBezTo>
                  <a:pt x="4540379" y="3297434"/>
                  <a:pt x="4532378" y="3309437"/>
                  <a:pt x="4531043" y="3318771"/>
                </a:cubicBezTo>
                <a:cubicBezTo>
                  <a:pt x="4527043" y="3346776"/>
                  <a:pt x="4532950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7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7" y="3699976"/>
                  <a:pt x="4554096" y="3716168"/>
                  <a:pt x="4550476" y="3732361"/>
                </a:cubicBezTo>
                <a:cubicBezTo>
                  <a:pt x="4549142" y="3738267"/>
                  <a:pt x="4543998" y="3744173"/>
                  <a:pt x="4544759" y="3749506"/>
                </a:cubicBezTo>
                <a:cubicBezTo>
                  <a:pt x="4552953" y="3802467"/>
                  <a:pt x="4516376" y="3840569"/>
                  <a:pt x="4500182" y="3885338"/>
                </a:cubicBezTo>
                <a:cubicBezTo>
                  <a:pt x="4483035" y="3932394"/>
                  <a:pt x="4456748" y="3977925"/>
                  <a:pt x="4464557" y="4030503"/>
                </a:cubicBezTo>
                <a:cubicBezTo>
                  <a:pt x="4469319" y="4062318"/>
                  <a:pt x="4480369" y="4092989"/>
                  <a:pt x="4487039" y="4124614"/>
                </a:cubicBezTo>
                <a:cubicBezTo>
                  <a:pt x="4489324" y="4135854"/>
                  <a:pt x="4488943" y="4148427"/>
                  <a:pt x="4486656" y="4159667"/>
                </a:cubicBezTo>
                <a:cubicBezTo>
                  <a:pt x="4476177" y="4213961"/>
                  <a:pt x="4474653" y="4267493"/>
                  <a:pt x="4491801" y="4320837"/>
                </a:cubicBezTo>
                <a:cubicBezTo>
                  <a:pt x="4494659" y="4329979"/>
                  <a:pt x="4497325" y="4339695"/>
                  <a:pt x="4497325" y="4349222"/>
                </a:cubicBezTo>
                <a:cubicBezTo>
                  <a:pt x="4497325" y="4401419"/>
                  <a:pt x="4493324" y="4452665"/>
                  <a:pt x="4474653" y="4502579"/>
                </a:cubicBezTo>
                <a:cubicBezTo>
                  <a:pt x="4468368" y="4519343"/>
                  <a:pt x="4472368" y="4539728"/>
                  <a:pt x="4470844" y="4558207"/>
                </a:cubicBezTo>
                <a:cubicBezTo>
                  <a:pt x="4469511" y="4575351"/>
                  <a:pt x="4468940" y="4592878"/>
                  <a:pt x="4464557" y="4609452"/>
                </a:cubicBezTo>
                <a:cubicBezTo>
                  <a:pt x="4458082" y="4633647"/>
                  <a:pt x="4457320" y="4656126"/>
                  <a:pt x="4463033" y="4681083"/>
                </a:cubicBezTo>
                <a:cubicBezTo>
                  <a:pt x="4468368" y="4704895"/>
                  <a:pt x="4465702" y="4730614"/>
                  <a:pt x="4465891" y="4755381"/>
                </a:cubicBezTo>
                <a:cubicBezTo>
                  <a:pt x="4466082" y="4783004"/>
                  <a:pt x="4466272" y="4810627"/>
                  <a:pt x="4465319" y="4838250"/>
                </a:cubicBezTo>
                <a:cubicBezTo>
                  <a:pt x="4464940" y="4849300"/>
                  <a:pt x="4457320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4" y="4990465"/>
                  <a:pt x="4458082" y="5006086"/>
                </a:cubicBezTo>
                <a:cubicBezTo>
                  <a:pt x="4456748" y="5031614"/>
                  <a:pt x="4457320" y="5057141"/>
                  <a:pt x="4456937" y="5082670"/>
                </a:cubicBezTo>
                <a:cubicBezTo>
                  <a:pt x="4456748" y="5091052"/>
                  <a:pt x="4455986" y="5099245"/>
                  <a:pt x="4455603" y="5107627"/>
                </a:cubicBezTo>
                <a:cubicBezTo>
                  <a:pt x="4455223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4" y="5206308"/>
                </a:cubicBezTo>
                <a:cubicBezTo>
                  <a:pt x="4473130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90" y="5393005"/>
                </a:cubicBezTo>
                <a:cubicBezTo>
                  <a:pt x="4484752" y="5401579"/>
                  <a:pt x="4479988" y="5410531"/>
                  <a:pt x="4479607" y="5419295"/>
                </a:cubicBezTo>
                <a:cubicBezTo>
                  <a:pt x="4478656" y="5446728"/>
                  <a:pt x="4478464" y="5474161"/>
                  <a:pt x="4477894" y="5501594"/>
                </a:cubicBezTo>
                <a:cubicBezTo>
                  <a:pt x="4477702" y="5517215"/>
                  <a:pt x="4478273" y="5533027"/>
                  <a:pt x="4476560" y="5548460"/>
                </a:cubicBezTo>
                <a:cubicBezTo>
                  <a:pt x="4474273" y="5568842"/>
                  <a:pt x="4470844" y="5587321"/>
                  <a:pt x="4485703" y="5606372"/>
                </a:cubicBezTo>
                <a:cubicBezTo>
                  <a:pt x="4508755" y="5635711"/>
                  <a:pt x="4499801" y="5673050"/>
                  <a:pt x="4505134" y="5706959"/>
                </a:cubicBezTo>
                <a:cubicBezTo>
                  <a:pt x="4506468" y="5715723"/>
                  <a:pt x="4506659" y="5724678"/>
                  <a:pt x="4508183" y="5733440"/>
                </a:cubicBezTo>
                <a:cubicBezTo>
                  <a:pt x="4511041" y="5749634"/>
                  <a:pt x="4514279" y="5765635"/>
                  <a:pt x="4517519" y="5781830"/>
                </a:cubicBezTo>
                <a:cubicBezTo>
                  <a:pt x="4518089" y="5784686"/>
                  <a:pt x="4518281" y="5787924"/>
                  <a:pt x="4519234" y="5790592"/>
                </a:cubicBezTo>
                <a:cubicBezTo>
                  <a:pt x="4527233" y="5815169"/>
                  <a:pt x="4536378" y="5839361"/>
                  <a:pt x="4542855" y="5864318"/>
                </a:cubicBezTo>
                <a:cubicBezTo>
                  <a:pt x="4546095" y="5876511"/>
                  <a:pt x="4546476" y="5890037"/>
                  <a:pt x="4544759" y="5902610"/>
                </a:cubicBezTo>
                <a:cubicBezTo>
                  <a:pt x="4539808" y="5939377"/>
                  <a:pt x="4537712" y="5975764"/>
                  <a:pt x="4544951" y="6012723"/>
                </a:cubicBezTo>
                <a:cubicBezTo>
                  <a:pt x="4547808" y="6027392"/>
                  <a:pt x="4543045" y="6043776"/>
                  <a:pt x="4541332" y="6059397"/>
                </a:cubicBezTo>
                <a:cubicBezTo>
                  <a:pt x="4536759" y="6096736"/>
                  <a:pt x="4531805" y="6134075"/>
                  <a:pt x="4527426" y="6171605"/>
                </a:cubicBezTo>
                <a:cubicBezTo>
                  <a:pt x="4524758" y="6195037"/>
                  <a:pt x="4523234" y="6218660"/>
                  <a:pt x="4520568" y="6242093"/>
                </a:cubicBezTo>
                <a:cubicBezTo>
                  <a:pt x="4517327" y="6269144"/>
                  <a:pt x="4512375" y="6296005"/>
                  <a:pt x="4509706" y="6323058"/>
                </a:cubicBezTo>
                <a:cubicBezTo>
                  <a:pt x="4506659" y="6353919"/>
                  <a:pt x="4506089" y="6384972"/>
                  <a:pt x="4502848" y="6415833"/>
                </a:cubicBezTo>
                <a:cubicBezTo>
                  <a:pt x="4496563" y="6472225"/>
                  <a:pt x="4489132" y="6528424"/>
                  <a:pt x="4482084" y="6584812"/>
                </a:cubicBezTo>
                <a:cubicBezTo>
                  <a:pt x="4475226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7" y="6815516"/>
                </a:cubicBezTo>
                <a:lnTo>
                  <a:pt x="4431806" y="6858001"/>
                </a:lnTo>
                <a:lnTo>
                  <a:pt x="4259554" y="6858001"/>
                </a:lnTo>
                <a:lnTo>
                  <a:pt x="4259554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solidFill>
            <a:schemeClr val="bg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31899EE-49A4-469F-BDB5-0A178C551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97284" y="-1"/>
            <a:ext cx="884241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63E0550-0AFD-458E-A821-787F4CB6F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C5702A-BA45-4A2C-99DC-525993A9C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2902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Rectangle 3080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The 4 Main Types of Kidney Stones and How to Prevent Each One!">
            <a:extLst>
              <a:ext uri="{FF2B5EF4-FFF2-40B4-BE49-F238E27FC236}">
                <a16:creationId xmlns:a16="http://schemas.microsoft.com/office/drawing/2014/main" id="{CC81E540-3684-2B52-AD57-CC5524564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 bwMode="auto">
          <a:xfrm>
            <a:off x="643467" y="1940143"/>
            <a:ext cx="5294716" cy="2977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85" name="Straight Connector 3084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 descr="Types of Kidney Stones: Causes Symptoms &amp; Treatment">
            <a:extLst>
              <a:ext uri="{FF2B5EF4-FFF2-40B4-BE49-F238E27FC236}">
                <a16:creationId xmlns:a16="http://schemas.microsoft.com/office/drawing/2014/main" id="{D4FBFF48-16E9-68F0-7537-3A04CFE156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200"/>
          <a:stretch>
            <a:fillRect/>
          </a:stretch>
        </p:blipFill>
        <p:spPr bwMode="auto">
          <a:xfrm>
            <a:off x="6800087" y="643467"/>
            <a:ext cx="4202175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6500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B04FE4-E70A-F9B4-647A-C8E0BAA96132}"/>
              </a:ext>
            </a:extLst>
          </p:cNvPr>
          <p:cNvSpPr txBox="1"/>
          <p:nvPr/>
        </p:nvSpPr>
        <p:spPr>
          <a:xfrm>
            <a:off x="742950" y="742951"/>
            <a:ext cx="3476625" cy="4962524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Ureteral Stricture</a:t>
            </a:r>
          </a:p>
        </p:txBody>
      </p:sp>
      <p:pic>
        <p:nvPicPr>
          <p:cNvPr id="8194" name="Picture 2" descr="Dr. Rajesh Dhake | Ureteric Stricture Treatment in Pune">
            <a:extLst>
              <a:ext uri="{FF2B5EF4-FFF2-40B4-BE49-F238E27FC236}">
                <a16:creationId xmlns:a16="http://schemas.microsoft.com/office/drawing/2014/main" id="{2D6DD0B1-020D-F9E8-295C-4F727B9FA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47367" y="742951"/>
            <a:ext cx="3940133" cy="588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9725E7-BEA8-16C0-66D6-B3062469AF62}"/>
              </a:ext>
            </a:extLst>
          </p:cNvPr>
          <p:cNvCxnSpPr>
            <a:cxnSpLocks/>
          </p:cNvCxnSpPr>
          <p:nvPr/>
        </p:nvCxnSpPr>
        <p:spPr>
          <a:xfrm flipH="1">
            <a:off x="8413244" y="1557453"/>
            <a:ext cx="821313" cy="1527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66EB408-D044-79E1-69FE-AB053A8273CE}"/>
              </a:ext>
            </a:extLst>
          </p:cNvPr>
          <p:cNvSpPr txBox="1"/>
          <p:nvPr/>
        </p:nvSpPr>
        <p:spPr>
          <a:xfrm>
            <a:off x="9205455" y="1351936"/>
            <a:ext cx="1756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Hydronephrosis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6BDCCE-8669-5D50-4C81-A19AF9DD533D}"/>
              </a:ext>
            </a:extLst>
          </p:cNvPr>
          <p:cNvSpPr txBox="1"/>
          <p:nvPr/>
        </p:nvSpPr>
        <p:spPr>
          <a:xfrm>
            <a:off x="1168399" y="1557453"/>
            <a:ext cx="41825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Ureteral Stricture and Hydronephrosis</a:t>
            </a:r>
          </a:p>
        </p:txBody>
      </p:sp>
    </p:spTree>
    <p:extLst>
      <p:ext uri="{BB962C8B-B14F-4D97-AF65-F5344CB8AC3E}">
        <p14:creationId xmlns:p14="http://schemas.microsoft.com/office/powerpoint/2010/main" val="5420765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57F42-0F5C-28B3-2BE1-CE7DAB49B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53E2925-9D2F-4436-8D47-E7C1C57032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54C7E0-79BB-7073-2C4E-75EC77CDA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43581"/>
            <a:ext cx="10518776" cy="2308324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r>
              <a:rPr lang="en-US" sz="7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Urinary Incontinence vs Retention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5DA74-A14C-C9F8-DCC4-36C626DC0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7089" y="4912571"/>
            <a:ext cx="7233178" cy="19454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Types of Incontinence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Neurogenic Bladder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A188E4-F255-43D0-92CC-3CF3D7701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1"/>
            <a:ext cx="9637211" cy="1649863"/>
            <a:chOff x="1" y="1"/>
            <a:chExt cx="9637211" cy="1649863"/>
          </a:xfr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771FCDE-112A-4324-B49A-CA94CBA7E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637211" cy="1649863"/>
            </a:xfrm>
            <a:custGeom>
              <a:avLst/>
              <a:gdLst>
                <a:gd name="connsiteX0" fmla="*/ 2468659 w 9637211"/>
                <a:gd name="connsiteY0" fmla="*/ 1380297 h 1649863"/>
                <a:gd name="connsiteX1" fmla="*/ 2460722 w 9637211"/>
                <a:gd name="connsiteY1" fmla="*/ 1390272 h 1649863"/>
                <a:gd name="connsiteX2" fmla="*/ 2446257 w 9637211"/>
                <a:gd name="connsiteY2" fmla="*/ 1406498 h 1649863"/>
                <a:gd name="connsiteX3" fmla="*/ 2427494 w 9637211"/>
                <a:gd name="connsiteY3" fmla="*/ 1415356 h 1649863"/>
                <a:gd name="connsiteX4" fmla="*/ 2460722 w 9637211"/>
                <a:gd name="connsiteY4" fmla="*/ 1390272 h 1649863"/>
                <a:gd name="connsiteX5" fmla="*/ 5731745 w 9637211"/>
                <a:gd name="connsiteY5" fmla="*/ 1360489 h 1649863"/>
                <a:gd name="connsiteX6" fmla="*/ 5698179 w 9637211"/>
                <a:gd name="connsiteY6" fmla="*/ 1367442 h 1649863"/>
                <a:gd name="connsiteX7" fmla="*/ 5715901 w 9637211"/>
                <a:gd name="connsiteY7" fmla="*/ 1365274 h 1649863"/>
                <a:gd name="connsiteX8" fmla="*/ 5731745 w 9637211"/>
                <a:gd name="connsiteY8" fmla="*/ 1360489 h 1649863"/>
                <a:gd name="connsiteX9" fmla="*/ 5503859 w 9637211"/>
                <a:gd name="connsiteY9" fmla="*/ 1324849 h 1649863"/>
                <a:gd name="connsiteX10" fmla="*/ 5516994 w 9637211"/>
                <a:gd name="connsiteY10" fmla="*/ 1333353 h 1649863"/>
                <a:gd name="connsiteX11" fmla="*/ 5516994 w 9637211"/>
                <a:gd name="connsiteY11" fmla="*/ 1333352 h 1649863"/>
                <a:gd name="connsiteX12" fmla="*/ 4720031 w 9637211"/>
                <a:gd name="connsiteY12" fmla="*/ 1268958 h 1649863"/>
                <a:gd name="connsiteX13" fmla="*/ 4749955 w 9637211"/>
                <a:gd name="connsiteY13" fmla="*/ 1273114 h 1649863"/>
                <a:gd name="connsiteX14" fmla="*/ 4767388 w 9637211"/>
                <a:gd name="connsiteY14" fmla="*/ 1277477 h 1649863"/>
                <a:gd name="connsiteX15" fmla="*/ 4767531 w 9637211"/>
                <a:gd name="connsiteY15" fmla="*/ 1277513 h 1649863"/>
                <a:gd name="connsiteX16" fmla="*/ 4782965 w 9637211"/>
                <a:gd name="connsiteY16" fmla="*/ 1281578 h 1649863"/>
                <a:gd name="connsiteX17" fmla="*/ 4784809 w 9637211"/>
                <a:gd name="connsiteY17" fmla="*/ 1281832 h 1649863"/>
                <a:gd name="connsiteX18" fmla="*/ 4790792 w 9637211"/>
                <a:gd name="connsiteY18" fmla="*/ 1283327 h 1649863"/>
                <a:gd name="connsiteX19" fmla="*/ 4814638 w 9637211"/>
                <a:gd name="connsiteY19" fmla="*/ 1285937 h 1649863"/>
                <a:gd name="connsiteX20" fmla="*/ 4784809 w 9637211"/>
                <a:gd name="connsiteY20" fmla="*/ 1281832 h 1649863"/>
                <a:gd name="connsiteX21" fmla="*/ 4767531 w 9637211"/>
                <a:gd name="connsiteY21" fmla="*/ 1277513 h 1649863"/>
                <a:gd name="connsiteX22" fmla="*/ 4751799 w 9637211"/>
                <a:gd name="connsiteY22" fmla="*/ 1273370 h 1649863"/>
                <a:gd name="connsiteX23" fmla="*/ 4749955 w 9637211"/>
                <a:gd name="connsiteY23" fmla="*/ 1273114 h 1649863"/>
                <a:gd name="connsiteX24" fmla="*/ 4743957 w 9637211"/>
                <a:gd name="connsiteY24" fmla="*/ 1271612 h 1649863"/>
                <a:gd name="connsiteX25" fmla="*/ 4720031 w 9637211"/>
                <a:gd name="connsiteY25" fmla="*/ 1268958 h 1649863"/>
                <a:gd name="connsiteX26" fmla="*/ 3276840 w 9637211"/>
                <a:gd name="connsiteY26" fmla="*/ 1263985 h 1649863"/>
                <a:gd name="connsiteX27" fmla="*/ 3328341 w 9637211"/>
                <a:gd name="connsiteY27" fmla="*/ 1281473 h 1649863"/>
                <a:gd name="connsiteX28" fmla="*/ 3301810 w 9637211"/>
                <a:gd name="connsiteY28" fmla="*/ 1277386 h 1649863"/>
                <a:gd name="connsiteX29" fmla="*/ 3276840 w 9637211"/>
                <a:gd name="connsiteY29" fmla="*/ 1263985 h 1649863"/>
                <a:gd name="connsiteX30" fmla="*/ 3519760 w 9637211"/>
                <a:gd name="connsiteY30" fmla="*/ 1250994 h 1649863"/>
                <a:gd name="connsiteX31" fmla="*/ 3503255 w 9637211"/>
                <a:gd name="connsiteY31" fmla="*/ 1251147 h 1649863"/>
                <a:gd name="connsiteX32" fmla="*/ 3519760 w 9637211"/>
                <a:gd name="connsiteY32" fmla="*/ 1250994 h 1649863"/>
                <a:gd name="connsiteX33" fmla="*/ 3537011 w 9637211"/>
                <a:gd name="connsiteY33" fmla="*/ 1257249 h 1649863"/>
                <a:gd name="connsiteX34" fmla="*/ 3519760 w 9637211"/>
                <a:gd name="connsiteY34" fmla="*/ 1250994 h 1649863"/>
                <a:gd name="connsiteX35" fmla="*/ 5038723 w 9637211"/>
                <a:gd name="connsiteY35" fmla="*/ 1229019 h 1649863"/>
                <a:gd name="connsiteX36" fmla="*/ 5009340 w 9637211"/>
                <a:gd name="connsiteY36" fmla="*/ 1231627 h 1649863"/>
                <a:gd name="connsiteX37" fmla="*/ 5069905 w 9637211"/>
                <a:gd name="connsiteY37" fmla="*/ 1231533 h 1649863"/>
                <a:gd name="connsiteX38" fmla="*/ 5038723 w 9637211"/>
                <a:gd name="connsiteY38" fmla="*/ 1229019 h 1649863"/>
                <a:gd name="connsiteX39" fmla="*/ 6274350 w 9637211"/>
                <a:gd name="connsiteY39" fmla="*/ 1198579 h 1649863"/>
                <a:gd name="connsiteX40" fmla="*/ 6274350 w 9637211"/>
                <a:gd name="connsiteY40" fmla="*/ 1198580 h 1649863"/>
                <a:gd name="connsiteX41" fmla="*/ 6299734 w 9637211"/>
                <a:gd name="connsiteY41" fmla="*/ 1215874 h 1649863"/>
                <a:gd name="connsiteX42" fmla="*/ 6274350 w 9637211"/>
                <a:gd name="connsiteY42" fmla="*/ 1198579 h 1649863"/>
                <a:gd name="connsiteX43" fmla="*/ 284014 w 9637211"/>
                <a:gd name="connsiteY43" fmla="*/ 1083637 h 1649863"/>
                <a:gd name="connsiteX44" fmla="*/ 274455 w 9637211"/>
                <a:gd name="connsiteY44" fmla="*/ 1086842 h 1649863"/>
                <a:gd name="connsiteX45" fmla="*/ 233501 w 9637211"/>
                <a:gd name="connsiteY45" fmla="*/ 1096794 h 1649863"/>
                <a:gd name="connsiteX46" fmla="*/ 274456 w 9637211"/>
                <a:gd name="connsiteY46" fmla="*/ 1086842 h 1649863"/>
                <a:gd name="connsiteX47" fmla="*/ 691166 w 9637211"/>
                <a:gd name="connsiteY47" fmla="*/ 1081917 h 1649863"/>
                <a:gd name="connsiteX48" fmla="*/ 677191 w 9637211"/>
                <a:gd name="connsiteY48" fmla="*/ 1087044 h 1649863"/>
                <a:gd name="connsiteX49" fmla="*/ 632391 w 9637211"/>
                <a:gd name="connsiteY49" fmla="*/ 1110922 h 1649863"/>
                <a:gd name="connsiteX50" fmla="*/ 677192 w 9637211"/>
                <a:gd name="connsiteY50" fmla="*/ 1087044 h 1649863"/>
                <a:gd name="connsiteX51" fmla="*/ 428044 w 9637211"/>
                <a:gd name="connsiteY51" fmla="*/ 1067823 h 1649863"/>
                <a:gd name="connsiteX52" fmla="*/ 479634 w 9637211"/>
                <a:gd name="connsiteY52" fmla="*/ 1077452 h 1649863"/>
                <a:gd name="connsiteX53" fmla="*/ 428044 w 9637211"/>
                <a:gd name="connsiteY53" fmla="*/ 1067823 h 1649863"/>
                <a:gd name="connsiteX54" fmla="*/ 7445292 w 9637211"/>
                <a:gd name="connsiteY54" fmla="*/ 757632 h 1649863"/>
                <a:gd name="connsiteX55" fmla="*/ 7466390 w 9637211"/>
                <a:gd name="connsiteY55" fmla="*/ 768915 h 1649863"/>
                <a:gd name="connsiteX56" fmla="*/ 7474827 w 9637211"/>
                <a:gd name="connsiteY56" fmla="*/ 771226 h 1649863"/>
                <a:gd name="connsiteX57" fmla="*/ 7466391 w 9637211"/>
                <a:gd name="connsiteY57" fmla="*/ 768915 h 1649863"/>
                <a:gd name="connsiteX58" fmla="*/ 7445292 w 9637211"/>
                <a:gd name="connsiteY58" fmla="*/ 757632 h 1649863"/>
                <a:gd name="connsiteX59" fmla="*/ 0 w 9637211"/>
                <a:gd name="connsiteY59" fmla="*/ 0 h 1649863"/>
                <a:gd name="connsiteX60" fmla="*/ 9637211 w 9637211"/>
                <a:gd name="connsiteY60" fmla="*/ 0 h 1649863"/>
                <a:gd name="connsiteX61" fmla="*/ 9583319 w 9637211"/>
                <a:gd name="connsiteY61" fmla="*/ 32146 h 1649863"/>
                <a:gd name="connsiteX62" fmla="*/ 9493665 w 9637211"/>
                <a:gd name="connsiteY62" fmla="*/ 112426 h 1649863"/>
                <a:gd name="connsiteX63" fmla="*/ 9457156 w 9637211"/>
                <a:gd name="connsiteY63" fmla="*/ 155303 h 1649863"/>
                <a:gd name="connsiteX64" fmla="*/ 9377643 w 9637211"/>
                <a:gd name="connsiteY64" fmla="*/ 187228 h 1649863"/>
                <a:gd name="connsiteX65" fmla="*/ 9292088 w 9637211"/>
                <a:gd name="connsiteY65" fmla="*/ 235295 h 1649863"/>
                <a:gd name="connsiteX66" fmla="*/ 9231985 w 9637211"/>
                <a:gd name="connsiteY66" fmla="*/ 281821 h 1649863"/>
                <a:gd name="connsiteX67" fmla="*/ 9185378 w 9637211"/>
                <a:gd name="connsiteY67" fmla="*/ 313259 h 1649863"/>
                <a:gd name="connsiteX68" fmla="*/ 9118948 w 9637211"/>
                <a:gd name="connsiteY68" fmla="*/ 345810 h 1649863"/>
                <a:gd name="connsiteX69" fmla="*/ 9052763 w 9637211"/>
                <a:gd name="connsiteY69" fmla="*/ 387450 h 1649863"/>
                <a:gd name="connsiteX70" fmla="*/ 9020858 w 9637211"/>
                <a:gd name="connsiteY70" fmla="*/ 412686 h 1649863"/>
                <a:gd name="connsiteX71" fmla="*/ 8958799 w 9637211"/>
                <a:gd name="connsiteY71" fmla="*/ 455068 h 1649863"/>
                <a:gd name="connsiteX72" fmla="*/ 8894669 w 9637211"/>
                <a:gd name="connsiteY72" fmla="*/ 494884 h 1649863"/>
                <a:gd name="connsiteX73" fmla="*/ 8772871 w 9637211"/>
                <a:gd name="connsiteY73" fmla="*/ 542815 h 1649863"/>
                <a:gd name="connsiteX74" fmla="*/ 8663102 w 9637211"/>
                <a:gd name="connsiteY74" fmla="*/ 609939 h 1649863"/>
                <a:gd name="connsiteX75" fmla="*/ 8575858 w 9637211"/>
                <a:gd name="connsiteY75" fmla="*/ 659344 h 1649863"/>
                <a:gd name="connsiteX76" fmla="*/ 8525191 w 9637211"/>
                <a:gd name="connsiteY76" fmla="*/ 691449 h 1649863"/>
                <a:gd name="connsiteX77" fmla="*/ 8432740 w 9637211"/>
                <a:gd name="connsiteY77" fmla="*/ 762134 h 1649863"/>
                <a:gd name="connsiteX78" fmla="*/ 8287775 w 9637211"/>
                <a:gd name="connsiteY78" fmla="*/ 838802 h 1649863"/>
                <a:gd name="connsiteX79" fmla="*/ 8199975 w 9637211"/>
                <a:gd name="connsiteY79" fmla="*/ 880700 h 1649863"/>
                <a:gd name="connsiteX80" fmla="*/ 8009879 w 9637211"/>
                <a:gd name="connsiteY80" fmla="*/ 946676 h 1649863"/>
                <a:gd name="connsiteX81" fmla="*/ 7948650 w 9637211"/>
                <a:gd name="connsiteY81" fmla="*/ 969872 h 1649863"/>
                <a:gd name="connsiteX82" fmla="*/ 7878149 w 9637211"/>
                <a:gd name="connsiteY82" fmla="*/ 986611 h 1649863"/>
                <a:gd name="connsiteX83" fmla="*/ 7765368 w 9637211"/>
                <a:gd name="connsiteY83" fmla="*/ 1023592 h 1649863"/>
                <a:gd name="connsiteX84" fmla="*/ 7544827 w 9637211"/>
                <a:gd name="connsiteY84" fmla="*/ 1088525 h 1649863"/>
                <a:gd name="connsiteX85" fmla="*/ 7496243 w 9637211"/>
                <a:gd name="connsiteY85" fmla="*/ 1099185 h 1649863"/>
                <a:gd name="connsiteX86" fmla="*/ 7373131 w 9637211"/>
                <a:gd name="connsiteY86" fmla="*/ 1140118 h 1649863"/>
                <a:gd name="connsiteX87" fmla="*/ 7299425 w 9637211"/>
                <a:gd name="connsiteY87" fmla="*/ 1167211 h 1649863"/>
                <a:gd name="connsiteX88" fmla="*/ 7238066 w 9637211"/>
                <a:gd name="connsiteY88" fmla="*/ 1183666 h 1649863"/>
                <a:gd name="connsiteX89" fmla="*/ 7183552 w 9637211"/>
                <a:gd name="connsiteY89" fmla="*/ 1192571 h 1649863"/>
                <a:gd name="connsiteX90" fmla="*/ 7040813 w 9637211"/>
                <a:gd name="connsiteY90" fmla="*/ 1230525 h 1649863"/>
                <a:gd name="connsiteX91" fmla="*/ 6983864 w 9637211"/>
                <a:gd name="connsiteY91" fmla="*/ 1245513 h 1649863"/>
                <a:gd name="connsiteX92" fmla="*/ 6836601 w 9637211"/>
                <a:gd name="connsiteY92" fmla="*/ 1294672 h 1649863"/>
                <a:gd name="connsiteX93" fmla="*/ 6711393 w 9637211"/>
                <a:gd name="connsiteY93" fmla="*/ 1328485 h 1649863"/>
                <a:gd name="connsiteX94" fmla="*/ 6659164 w 9637211"/>
                <a:gd name="connsiteY94" fmla="*/ 1344343 h 1649863"/>
                <a:gd name="connsiteX95" fmla="*/ 6539327 w 9637211"/>
                <a:gd name="connsiteY95" fmla="*/ 1372405 h 1649863"/>
                <a:gd name="connsiteX96" fmla="*/ 6471659 w 9637211"/>
                <a:gd name="connsiteY96" fmla="*/ 1391362 h 1649863"/>
                <a:gd name="connsiteX97" fmla="*/ 6305536 w 9637211"/>
                <a:gd name="connsiteY97" fmla="*/ 1417103 h 1649863"/>
                <a:gd name="connsiteX98" fmla="*/ 6133939 w 9637211"/>
                <a:gd name="connsiteY98" fmla="*/ 1442481 h 1649863"/>
                <a:gd name="connsiteX99" fmla="*/ 6039547 w 9637211"/>
                <a:gd name="connsiteY99" fmla="*/ 1452681 h 1649863"/>
                <a:gd name="connsiteX100" fmla="*/ 5957366 w 9637211"/>
                <a:gd name="connsiteY100" fmla="*/ 1465590 h 1649863"/>
                <a:gd name="connsiteX101" fmla="*/ 5885715 w 9637211"/>
                <a:gd name="connsiteY101" fmla="*/ 1474694 h 1649863"/>
                <a:gd name="connsiteX102" fmla="*/ 5771774 w 9637211"/>
                <a:gd name="connsiteY102" fmla="*/ 1491643 h 1649863"/>
                <a:gd name="connsiteX103" fmla="*/ 5724294 w 9637211"/>
                <a:gd name="connsiteY103" fmla="*/ 1496914 h 1649863"/>
                <a:gd name="connsiteX104" fmla="*/ 5611931 w 9637211"/>
                <a:gd name="connsiteY104" fmla="*/ 1502173 h 1649863"/>
                <a:gd name="connsiteX105" fmla="*/ 5572785 w 9637211"/>
                <a:gd name="connsiteY105" fmla="*/ 1502492 h 1649863"/>
                <a:gd name="connsiteX106" fmla="*/ 5496622 w 9637211"/>
                <a:gd name="connsiteY106" fmla="*/ 1486703 h 1649863"/>
                <a:gd name="connsiteX107" fmla="*/ 5487614 w 9637211"/>
                <a:gd name="connsiteY107" fmla="*/ 1485725 h 1649863"/>
                <a:gd name="connsiteX108" fmla="*/ 5437869 w 9637211"/>
                <a:gd name="connsiteY108" fmla="*/ 1480432 h 1649863"/>
                <a:gd name="connsiteX109" fmla="*/ 5410729 w 9637211"/>
                <a:gd name="connsiteY109" fmla="*/ 1479229 h 1649863"/>
                <a:gd name="connsiteX110" fmla="*/ 5307325 w 9637211"/>
                <a:gd name="connsiteY110" fmla="*/ 1468207 h 1649863"/>
                <a:gd name="connsiteX111" fmla="*/ 5247871 w 9637211"/>
                <a:gd name="connsiteY111" fmla="*/ 1463540 h 1649863"/>
                <a:gd name="connsiteX112" fmla="*/ 5200105 w 9637211"/>
                <a:gd name="connsiteY112" fmla="*/ 1466942 h 1649863"/>
                <a:gd name="connsiteX113" fmla="*/ 5116199 w 9637211"/>
                <a:gd name="connsiteY113" fmla="*/ 1472398 h 1649863"/>
                <a:gd name="connsiteX114" fmla="*/ 5089547 w 9637211"/>
                <a:gd name="connsiteY114" fmla="*/ 1477294 h 1649863"/>
                <a:gd name="connsiteX115" fmla="*/ 4967752 w 9637211"/>
                <a:gd name="connsiteY115" fmla="*/ 1472806 h 1649863"/>
                <a:gd name="connsiteX116" fmla="*/ 4898514 w 9637211"/>
                <a:gd name="connsiteY116" fmla="*/ 1475359 h 1649863"/>
                <a:gd name="connsiteX117" fmla="*/ 4819948 w 9637211"/>
                <a:gd name="connsiteY117" fmla="*/ 1466277 h 1649863"/>
                <a:gd name="connsiteX118" fmla="*/ 4797235 w 9637211"/>
                <a:gd name="connsiteY118" fmla="*/ 1467999 h 1649863"/>
                <a:gd name="connsiteX119" fmla="*/ 4771823 w 9637211"/>
                <a:gd name="connsiteY119" fmla="*/ 1470324 h 1649863"/>
                <a:gd name="connsiteX120" fmla="*/ 4693726 w 9637211"/>
                <a:gd name="connsiteY120" fmla="*/ 1475031 h 1649863"/>
                <a:gd name="connsiteX121" fmla="*/ 4646522 w 9637211"/>
                <a:gd name="connsiteY121" fmla="*/ 1482013 h 1649863"/>
                <a:gd name="connsiteX122" fmla="*/ 4556001 w 9637211"/>
                <a:gd name="connsiteY122" fmla="*/ 1483554 h 1649863"/>
                <a:gd name="connsiteX123" fmla="*/ 4522761 w 9637211"/>
                <a:gd name="connsiteY123" fmla="*/ 1489236 h 1649863"/>
                <a:gd name="connsiteX124" fmla="*/ 4438228 w 9637211"/>
                <a:gd name="connsiteY124" fmla="*/ 1493782 h 1649863"/>
                <a:gd name="connsiteX125" fmla="*/ 4362305 w 9637211"/>
                <a:gd name="connsiteY125" fmla="*/ 1495088 h 1649863"/>
                <a:gd name="connsiteX126" fmla="*/ 4289278 w 9637211"/>
                <a:gd name="connsiteY126" fmla="*/ 1499864 h 1649863"/>
                <a:gd name="connsiteX127" fmla="*/ 4237236 w 9637211"/>
                <a:gd name="connsiteY127" fmla="*/ 1507551 h 1649863"/>
                <a:gd name="connsiteX128" fmla="*/ 4180626 w 9637211"/>
                <a:gd name="connsiteY128" fmla="*/ 1513420 h 1649863"/>
                <a:gd name="connsiteX129" fmla="*/ 4025047 w 9637211"/>
                <a:gd name="connsiteY129" fmla="*/ 1539594 h 1649863"/>
                <a:gd name="connsiteX130" fmla="*/ 3995866 w 9637211"/>
                <a:gd name="connsiteY130" fmla="*/ 1536451 h 1649863"/>
                <a:gd name="connsiteX131" fmla="*/ 3831212 w 9637211"/>
                <a:gd name="connsiteY131" fmla="*/ 1540151 h 1649863"/>
                <a:gd name="connsiteX132" fmla="*/ 3795461 w 9637211"/>
                <a:gd name="connsiteY132" fmla="*/ 1542189 h 1649863"/>
                <a:gd name="connsiteX133" fmla="*/ 3698543 w 9637211"/>
                <a:gd name="connsiteY133" fmla="*/ 1528342 h 1649863"/>
                <a:gd name="connsiteX134" fmla="*/ 3551836 w 9637211"/>
                <a:gd name="connsiteY134" fmla="*/ 1564762 h 1649863"/>
                <a:gd name="connsiteX135" fmla="*/ 3415003 w 9637211"/>
                <a:gd name="connsiteY135" fmla="*/ 1608081 h 1649863"/>
                <a:gd name="connsiteX136" fmla="*/ 3397737 w 9637211"/>
                <a:gd name="connsiteY136" fmla="*/ 1613622 h 1649863"/>
                <a:gd name="connsiteX137" fmla="*/ 3348360 w 9637211"/>
                <a:gd name="connsiteY137" fmla="*/ 1624007 h 1649863"/>
                <a:gd name="connsiteX138" fmla="*/ 3286876 w 9637211"/>
                <a:gd name="connsiteY138" fmla="*/ 1629796 h 1649863"/>
                <a:gd name="connsiteX139" fmla="*/ 3247932 w 9637211"/>
                <a:gd name="connsiteY139" fmla="*/ 1635832 h 1649863"/>
                <a:gd name="connsiteX140" fmla="*/ 3244999 w 9637211"/>
                <a:gd name="connsiteY140" fmla="*/ 1636180 h 1649863"/>
                <a:gd name="connsiteX141" fmla="*/ 3184484 w 9637211"/>
                <a:gd name="connsiteY141" fmla="*/ 1639097 h 1649863"/>
                <a:gd name="connsiteX142" fmla="*/ 3177540 w 9637211"/>
                <a:gd name="connsiteY142" fmla="*/ 1638715 h 1649863"/>
                <a:gd name="connsiteX143" fmla="*/ 3146060 w 9637211"/>
                <a:gd name="connsiteY143" fmla="*/ 1634857 h 1649863"/>
                <a:gd name="connsiteX144" fmla="*/ 3057965 w 9637211"/>
                <a:gd name="connsiteY144" fmla="*/ 1626236 h 1649863"/>
                <a:gd name="connsiteX145" fmla="*/ 2974961 w 9637211"/>
                <a:gd name="connsiteY145" fmla="*/ 1617995 h 1649863"/>
                <a:gd name="connsiteX146" fmla="*/ 2949608 w 9637211"/>
                <a:gd name="connsiteY146" fmla="*/ 1633655 h 1649863"/>
                <a:gd name="connsiteX147" fmla="*/ 2909973 w 9637211"/>
                <a:gd name="connsiteY147" fmla="*/ 1648121 h 1649863"/>
                <a:gd name="connsiteX148" fmla="*/ 2864542 w 9637211"/>
                <a:gd name="connsiteY148" fmla="*/ 1635245 h 1649863"/>
                <a:gd name="connsiteX149" fmla="*/ 2758460 w 9637211"/>
                <a:gd name="connsiteY149" fmla="*/ 1609130 h 1649863"/>
                <a:gd name="connsiteX150" fmla="*/ 2692301 w 9637211"/>
                <a:gd name="connsiteY150" fmla="*/ 1610905 h 1649863"/>
                <a:gd name="connsiteX151" fmla="*/ 2548009 w 9637211"/>
                <a:gd name="connsiteY151" fmla="*/ 1604522 h 1649863"/>
                <a:gd name="connsiteX152" fmla="*/ 2453210 w 9637211"/>
                <a:gd name="connsiteY152" fmla="*/ 1590103 h 1649863"/>
                <a:gd name="connsiteX153" fmla="*/ 2384726 w 9637211"/>
                <a:gd name="connsiteY153" fmla="*/ 1571904 h 1649863"/>
                <a:gd name="connsiteX154" fmla="*/ 2286765 w 9637211"/>
                <a:gd name="connsiteY154" fmla="*/ 1548534 h 1649863"/>
                <a:gd name="connsiteX155" fmla="*/ 2189064 w 9637211"/>
                <a:gd name="connsiteY155" fmla="*/ 1538649 h 1649863"/>
                <a:gd name="connsiteX156" fmla="*/ 2118010 w 9637211"/>
                <a:gd name="connsiteY156" fmla="*/ 1523712 h 1649863"/>
                <a:gd name="connsiteX157" fmla="*/ 2031682 w 9637211"/>
                <a:gd name="connsiteY157" fmla="*/ 1515318 h 1649863"/>
                <a:gd name="connsiteX158" fmla="*/ 1959737 w 9637211"/>
                <a:gd name="connsiteY158" fmla="*/ 1518317 h 1649863"/>
                <a:gd name="connsiteX159" fmla="*/ 1847100 w 9637211"/>
                <a:gd name="connsiteY159" fmla="*/ 1525944 h 1649863"/>
                <a:gd name="connsiteX160" fmla="*/ 1707262 w 9637211"/>
                <a:gd name="connsiteY160" fmla="*/ 1494706 h 1649863"/>
                <a:gd name="connsiteX161" fmla="*/ 1651067 w 9637211"/>
                <a:gd name="connsiteY161" fmla="*/ 1488939 h 1649863"/>
                <a:gd name="connsiteX162" fmla="*/ 1598392 w 9637211"/>
                <a:gd name="connsiteY162" fmla="*/ 1487556 h 1649863"/>
                <a:gd name="connsiteX163" fmla="*/ 1485796 w 9637211"/>
                <a:gd name="connsiteY163" fmla="*/ 1467717 h 1649863"/>
                <a:gd name="connsiteX164" fmla="*/ 1440105 w 9637211"/>
                <a:gd name="connsiteY164" fmla="*/ 1461600 h 1649863"/>
                <a:gd name="connsiteX165" fmla="*/ 1376742 w 9637211"/>
                <a:gd name="connsiteY165" fmla="*/ 1464813 h 1649863"/>
                <a:gd name="connsiteX166" fmla="*/ 1260914 w 9637211"/>
                <a:gd name="connsiteY166" fmla="*/ 1458783 h 1649863"/>
                <a:gd name="connsiteX167" fmla="*/ 1144209 w 9637211"/>
                <a:gd name="connsiteY167" fmla="*/ 1430510 h 1649863"/>
                <a:gd name="connsiteX168" fmla="*/ 1095577 w 9637211"/>
                <a:gd name="connsiteY168" fmla="*/ 1436151 h 1649863"/>
                <a:gd name="connsiteX169" fmla="*/ 1078045 w 9637211"/>
                <a:gd name="connsiteY169" fmla="*/ 1436212 h 1649863"/>
                <a:gd name="connsiteX170" fmla="*/ 919891 w 9637211"/>
                <a:gd name="connsiteY170" fmla="*/ 1425160 h 1649863"/>
                <a:gd name="connsiteX171" fmla="*/ 904047 w 9637211"/>
                <a:gd name="connsiteY171" fmla="*/ 1423883 h 1649863"/>
                <a:gd name="connsiteX172" fmla="*/ 829382 w 9637211"/>
                <a:gd name="connsiteY172" fmla="*/ 1410847 h 1649863"/>
                <a:gd name="connsiteX173" fmla="*/ 642661 w 9637211"/>
                <a:gd name="connsiteY173" fmla="*/ 1409490 h 1649863"/>
                <a:gd name="connsiteX174" fmla="*/ 631134 w 9637211"/>
                <a:gd name="connsiteY174" fmla="*/ 1408791 h 1649863"/>
                <a:gd name="connsiteX175" fmla="*/ 569136 w 9637211"/>
                <a:gd name="connsiteY175" fmla="*/ 1420097 h 1649863"/>
                <a:gd name="connsiteX176" fmla="*/ 538796 w 9637211"/>
                <a:gd name="connsiteY176" fmla="*/ 1433330 h 1649863"/>
                <a:gd name="connsiteX177" fmla="*/ 491177 w 9637211"/>
                <a:gd name="connsiteY177" fmla="*/ 1447867 h 1649863"/>
                <a:gd name="connsiteX178" fmla="*/ 442411 w 9637211"/>
                <a:gd name="connsiteY178" fmla="*/ 1454770 h 1649863"/>
                <a:gd name="connsiteX179" fmla="*/ 359296 w 9637211"/>
                <a:gd name="connsiteY179" fmla="*/ 1440257 h 1649863"/>
                <a:gd name="connsiteX180" fmla="*/ 329271 w 9637211"/>
                <a:gd name="connsiteY180" fmla="*/ 1439821 h 1649863"/>
                <a:gd name="connsiteX181" fmla="*/ 262167 w 9637211"/>
                <a:gd name="connsiteY181" fmla="*/ 1434111 h 1649863"/>
                <a:gd name="connsiteX182" fmla="*/ 203882 w 9637211"/>
                <a:gd name="connsiteY182" fmla="*/ 1437548 h 1649863"/>
                <a:gd name="connsiteX183" fmla="*/ 157723 w 9637211"/>
                <a:gd name="connsiteY183" fmla="*/ 1454055 h 1649863"/>
                <a:gd name="connsiteX184" fmla="*/ 89823 w 9637211"/>
                <a:gd name="connsiteY184" fmla="*/ 1460153 h 1649863"/>
                <a:gd name="connsiteX185" fmla="*/ 45393 w 9637211"/>
                <a:gd name="connsiteY185" fmla="*/ 1451938 h 1649863"/>
                <a:gd name="connsiteX186" fmla="*/ 36385 w 9637211"/>
                <a:gd name="connsiteY186" fmla="*/ 1450960 h 1649863"/>
                <a:gd name="connsiteX187" fmla="*/ 0 w 9637211"/>
                <a:gd name="connsiteY187" fmla="*/ 1452514 h 164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9637211" h="1649863">
                  <a:moveTo>
                    <a:pt x="2468659" y="1380297"/>
                  </a:moveTo>
                  <a:lnTo>
                    <a:pt x="2460722" y="1390272"/>
                  </a:lnTo>
                  <a:cubicBezTo>
                    <a:pt x="2456661" y="1396980"/>
                    <a:pt x="2451818" y="1402354"/>
                    <a:pt x="2446257" y="1406498"/>
                  </a:cubicBezTo>
                  <a:lnTo>
                    <a:pt x="2427494" y="1415356"/>
                  </a:lnTo>
                  <a:cubicBezTo>
                    <a:pt x="2441349" y="1411764"/>
                    <a:pt x="2452601" y="1403689"/>
                    <a:pt x="2460722" y="1390272"/>
                  </a:cubicBezTo>
                  <a:close/>
                  <a:moveTo>
                    <a:pt x="5731745" y="1360489"/>
                  </a:moveTo>
                  <a:lnTo>
                    <a:pt x="5698179" y="1367442"/>
                  </a:lnTo>
                  <a:lnTo>
                    <a:pt x="5715901" y="1365274"/>
                  </a:lnTo>
                  <a:cubicBezTo>
                    <a:pt x="5721750" y="1364345"/>
                    <a:pt x="5727285" y="1362979"/>
                    <a:pt x="5731745" y="1360489"/>
                  </a:cubicBezTo>
                  <a:close/>
                  <a:moveTo>
                    <a:pt x="5503859" y="1324849"/>
                  </a:moveTo>
                  <a:lnTo>
                    <a:pt x="5516994" y="1333353"/>
                  </a:lnTo>
                  <a:lnTo>
                    <a:pt x="5516994" y="1333352"/>
                  </a:lnTo>
                  <a:close/>
                  <a:moveTo>
                    <a:pt x="4720031" y="1268958"/>
                  </a:moveTo>
                  <a:lnTo>
                    <a:pt x="4749955" y="1273114"/>
                  </a:lnTo>
                  <a:lnTo>
                    <a:pt x="4767388" y="1277477"/>
                  </a:lnTo>
                  <a:lnTo>
                    <a:pt x="4767531" y="1277513"/>
                  </a:lnTo>
                  <a:lnTo>
                    <a:pt x="4782965" y="1281578"/>
                  </a:lnTo>
                  <a:lnTo>
                    <a:pt x="4784809" y="1281832"/>
                  </a:lnTo>
                  <a:lnTo>
                    <a:pt x="4790792" y="1283327"/>
                  </a:lnTo>
                  <a:cubicBezTo>
                    <a:pt x="4798641" y="1284916"/>
                    <a:pt x="4806563" y="1285965"/>
                    <a:pt x="4814638" y="1285937"/>
                  </a:cubicBezTo>
                  <a:lnTo>
                    <a:pt x="4784809" y="1281832"/>
                  </a:lnTo>
                  <a:lnTo>
                    <a:pt x="4767531" y="1277513"/>
                  </a:lnTo>
                  <a:lnTo>
                    <a:pt x="4751799" y="1273370"/>
                  </a:lnTo>
                  <a:lnTo>
                    <a:pt x="4749955" y="1273114"/>
                  </a:lnTo>
                  <a:lnTo>
                    <a:pt x="4743957" y="1271612"/>
                  </a:lnTo>
                  <a:cubicBezTo>
                    <a:pt x="4736090" y="1270013"/>
                    <a:pt x="4728141" y="1268949"/>
                    <a:pt x="4720031" y="1268958"/>
                  </a:cubicBezTo>
                  <a:close/>
                  <a:moveTo>
                    <a:pt x="3276840" y="1263985"/>
                  </a:moveTo>
                  <a:cubicBezTo>
                    <a:pt x="3292849" y="1276789"/>
                    <a:pt x="3310250" y="1281089"/>
                    <a:pt x="3328341" y="1281473"/>
                  </a:cubicBezTo>
                  <a:lnTo>
                    <a:pt x="3301810" y="1277386"/>
                  </a:lnTo>
                  <a:cubicBezTo>
                    <a:pt x="3293198" y="1274663"/>
                    <a:pt x="3284847" y="1270386"/>
                    <a:pt x="3276840" y="1263985"/>
                  </a:cubicBezTo>
                  <a:close/>
                  <a:moveTo>
                    <a:pt x="3519760" y="1250994"/>
                  </a:moveTo>
                  <a:cubicBezTo>
                    <a:pt x="3514125" y="1250064"/>
                    <a:pt x="3508615" y="1250202"/>
                    <a:pt x="3503255" y="1251147"/>
                  </a:cubicBezTo>
                  <a:lnTo>
                    <a:pt x="3519760" y="1250994"/>
                  </a:lnTo>
                  <a:cubicBezTo>
                    <a:pt x="3525393" y="1251924"/>
                    <a:pt x="3531152" y="1253922"/>
                    <a:pt x="3537011" y="1257249"/>
                  </a:cubicBezTo>
                  <a:cubicBezTo>
                    <a:pt x="3531153" y="1253922"/>
                    <a:pt x="3525394" y="1251924"/>
                    <a:pt x="3519760" y="1250994"/>
                  </a:cubicBezTo>
                  <a:close/>
                  <a:moveTo>
                    <a:pt x="5038723" y="1229019"/>
                  </a:moveTo>
                  <a:cubicBezTo>
                    <a:pt x="5028630" y="1228971"/>
                    <a:pt x="5018835" y="1229777"/>
                    <a:pt x="5009340" y="1231627"/>
                  </a:cubicBezTo>
                  <a:lnTo>
                    <a:pt x="5069905" y="1231533"/>
                  </a:lnTo>
                  <a:cubicBezTo>
                    <a:pt x="5059212" y="1229968"/>
                    <a:pt x="5048818" y="1229067"/>
                    <a:pt x="5038723" y="1229019"/>
                  </a:cubicBezTo>
                  <a:close/>
                  <a:moveTo>
                    <a:pt x="6274350" y="1198579"/>
                  </a:moveTo>
                  <a:lnTo>
                    <a:pt x="6274350" y="1198580"/>
                  </a:lnTo>
                  <a:lnTo>
                    <a:pt x="6299734" y="1215874"/>
                  </a:lnTo>
                  <a:cubicBezTo>
                    <a:pt x="6292882" y="1211182"/>
                    <a:pt x="6285837" y="1206500"/>
                    <a:pt x="6274350" y="1198579"/>
                  </a:cubicBezTo>
                  <a:close/>
                  <a:moveTo>
                    <a:pt x="284014" y="1083637"/>
                  </a:moveTo>
                  <a:lnTo>
                    <a:pt x="274455" y="1086842"/>
                  </a:lnTo>
                  <a:lnTo>
                    <a:pt x="233501" y="1096794"/>
                  </a:lnTo>
                  <a:lnTo>
                    <a:pt x="274456" y="1086842"/>
                  </a:lnTo>
                  <a:close/>
                  <a:moveTo>
                    <a:pt x="691166" y="1081917"/>
                  </a:moveTo>
                  <a:cubicBezTo>
                    <a:pt x="686005" y="1082970"/>
                    <a:pt x="680596" y="1084918"/>
                    <a:pt x="677191" y="1087044"/>
                  </a:cubicBezTo>
                  <a:cubicBezTo>
                    <a:pt x="660788" y="1097408"/>
                    <a:pt x="646181" y="1105351"/>
                    <a:pt x="632391" y="1110922"/>
                  </a:cubicBezTo>
                  <a:cubicBezTo>
                    <a:pt x="646181" y="1105351"/>
                    <a:pt x="660789" y="1097408"/>
                    <a:pt x="677192" y="1087044"/>
                  </a:cubicBezTo>
                  <a:close/>
                  <a:moveTo>
                    <a:pt x="428044" y="1067823"/>
                  </a:moveTo>
                  <a:cubicBezTo>
                    <a:pt x="446919" y="1068326"/>
                    <a:pt x="465868" y="1068118"/>
                    <a:pt x="479634" y="1077452"/>
                  </a:cubicBezTo>
                  <a:cubicBezTo>
                    <a:pt x="465869" y="1068118"/>
                    <a:pt x="446919" y="1068326"/>
                    <a:pt x="428044" y="1067823"/>
                  </a:cubicBezTo>
                  <a:close/>
                  <a:moveTo>
                    <a:pt x="7445292" y="757632"/>
                  </a:moveTo>
                  <a:cubicBezTo>
                    <a:pt x="7451720" y="761638"/>
                    <a:pt x="7458880" y="765687"/>
                    <a:pt x="7466390" y="768915"/>
                  </a:cubicBezTo>
                  <a:lnTo>
                    <a:pt x="7474827" y="771226"/>
                  </a:lnTo>
                  <a:lnTo>
                    <a:pt x="7466391" y="768915"/>
                  </a:lnTo>
                  <a:cubicBezTo>
                    <a:pt x="7458880" y="765687"/>
                    <a:pt x="7451720" y="761638"/>
                    <a:pt x="7445292" y="757632"/>
                  </a:cubicBezTo>
                  <a:close/>
                  <a:moveTo>
                    <a:pt x="0" y="0"/>
                  </a:moveTo>
                  <a:lnTo>
                    <a:pt x="9637211" y="0"/>
                  </a:lnTo>
                  <a:lnTo>
                    <a:pt x="9583319" y="32146"/>
                  </a:lnTo>
                  <a:cubicBezTo>
                    <a:pt x="9545773" y="53573"/>
                    <a:pt x="9512012" y="76700"/>
                    <a:pt x="9493665" y="112426"/>
                  </a:cubicBezTo>
                  <a:cubicBezTo>
                    <a:pt x="9485465" y="128200"/>
                    <a:pt x="9473638" y="145563"/>
                    <a:pt x="9457156" y="155303"/>
                  </a:cubicBezTo>
                  <a:cubicBezTo>
                    <a:pt x="9433664" y="169148"/>
                    <a:pt x="9403364" y="175160"/>
                    <a:pt x="9377643" y="187228"/>
                  </a:cubicBezTo>
                  <a:cubicBezTo>
                    <a:pt x="9347347" y="201400"/>
                    <a:pt x="9312111" y="214085"/>
                    <a:pt x="9292088" y="235295"/>
                  </a:cubicBezTo>
                  <a:cubicBezTo>
                    <a:pt x="9274297" y="254202"/>
                    <a:pt x="9256121" y="269202"/>
                    <a:pt x="9231985" y="281821"/>
                  </a:cubicBezTo>
                  <a:cubicBezTo>
                    <a:pt x="9215069" y="290641"/>
                    <a:pt x="9202945" y="305820"/>
                    <a:pt x="9185378" y="313259"/>
                  </a:cubicBezTo>
                  <a:cubicBezTo>
                    <a:pt x="9162280" y="323162"/>
                    <a:pt x="9138896" y="331194"/>
                    <a:pt x="9118948" y="345810"/>
                  </a:cubicBezTo>
                  <a:cubicBezTo>
                    <a:pt x="9098245" y="360931"/>
                    <a:pt x="9074484" y="373219"/>
                    <a:pt x="9052763" y="387450"/>
                  </a:cubicBezTo>
                  <a:cubicBezTo>
                    <a:pt x="9041247" y="395066"/>
                    <a:pt x="9031971" y="404773"/>
                    <a:pt x="9020858" y="412686"/>
                  </a:cubicBezTo>
                  <a:cubicBezTo>
                    <a:pt x="9000514" y="427162"/>
                    <a:pt x="8979766" y="441345"/>
                    <a:pt x="8958799" y="455068"/>
                  </a:cubicBezTo>
                  <a:cubicBezTo>
                    <a:pt x="8937836" y="468792"/>
                    <a:pt x="8917940" y="484502"/>
                    <a:pt x="8894669" y="494884"/>
                  </a:cubicBezTo>
                  <a:cubicBezTo>
                    <a:pt x="8854995" y="512490"/>
                    <a:pt x="8811321" y="524012"/>
                    <a:pt x="8772871" y="542815"/>
                  </a:cubicBezTo>
                  <a:cubicBezTo>
                    <a:pt x="8733852" y="561958"/>
                    <a:pt x="8697379" y="585375"/>
                    <a:pt x="8663102" y="609939"/>
                  </a:cubicBezTo>
                  <a:cubicBezTo>
                    <a:pt x="8635978" y="629295"/>
                    <a:pt x="8610598" y="648411"/>
                    <a:pt x="8575858" y="659344"/>
                  </a:cubicBezTo>
                  <a:cubicBezTo>
                    <a:pt x="8556476" y="665459"/>
                    <a:pt x="8536416" y="677725"/>
                    <a:pt x="8525191" y="691449"/>
                  </a:cubicBezTo>
                  <a:cubicBezTo>
                    <a:pt x="8500912" y="721337"/>
                    <a:pt x="8469036" y="743120"/>
                    <a:pt x="8432740" y="762134"/>
                  </a:cubicBezTo>
                  <a:cubicBezTo>
                    <a:pt x="8384287" y="787695"/>
                    <a:pt x="8336442" y="813700"/>
                    <a:pt x="8287775" y="838802"/>
                  </a:cubicBezTo>
                  <a:cubicBezTo>
                    <a:pt x="8259073" y="853684"/>
                    <a:pt x="8230604" y="869336"/>
                    <a:pt x="8199975" y="880700"/>
                  </a:cubicBezTo>
                  <a:cubicBezTo>
                    <a:pt x="8137395" y="904120"/>
                    <a:pt x="8073115" y="924637"/>
                    <a:pt x="8009879" y="946676"/>
                  </a:cubicBezTo>
                  <a:cubicBezTo>
                    <a:pt x="7989181" y="953793"/>
                    <a:pt x="7969777" y="963518"/>
                    <a:pt x="7948650" y="969872"/>
                  </a:cubicBezTo>
                  <a:cubicBezTo>
                    <a:pt x="7925797" y="976781"/>
                    <a:pt x="7901001" y="979703"/>
                    <a:pt x="7878149" y="986611"/>
                  </a:cubicBezTo>
                  <a:cubicBezTo>
                    <a:pt x="7840120" y="998017"/>
                    <a:pt x="7803387" y="1012030"/>
                    <a:pt x="7765368" y="1023592"/>
                  </a:cubicBezTo>
                  <a:cubicBezTo>
                    <a:pt x="7692011" y="1045805"/>
                    <a:pt x="7618421" y="1067243"/>
                    <a:pt x="7544827" y="1088525"/>
                  </a:cubicBezTo>
                  <a:cubicBezTo>
                    <a:pt x="7529069" y="1093051"/>
                    <a:pt x="7511791" y="1094355"/>
                    <a:pt x="7496243" y="1099185"/>
                  </a:cubicBezTo>
                  <a:cubicBezTo>
                    <a:pt x="7454978" y="1112160"/>
                    <a:pt x="7413953" y="1126064"/>
                    <a:pt x="7373131" y="1140118"/>
                  </a:cubicBezTo>
                  <a:cubicBezTo>
                    <a:pt x="7348411" y="1148686"/>
                    <a:pt x="7324355" y="1158947"/>
                    <a:pt x="7299425" y="1167211"/>
                  </a:cubicBezTo>
                  <a:cubicBezTo>
                    <a:pt x="7279481" y="1173822"/>
                    <a:pt x="7258894" y="1179208"/>
                    <a:pt x="7238066" y="1183666"/>
                  </a:cubicBezTo>
                  <a:cubicBezTo>
                    <a:pt x="7220132" y="1187513"/>
                    <a:pt x="7201262" y="1188107"/>
                    <a:pt x="7183552" y="1192571"/>
                  </a:cubicBezTo>
                  <a:cubicBezTo>
                    <a:pt x="7135617" y="1204612"/>
                    <a:pt x="7088328" y="1217878"/>
                    <a:pt x="7040813" y="1230525"/>
                  </a:cubicBezTo>
                  <a:cubicBezTo>
                    <a:pt x="7021767" y="1235524"/>
                    <a:pt x="7002277" y="1239447"/>
                    <a:pt x="6983864" y="1245513"/>
                  </a:cubicBezTo>
                  <a:cubicBezTo>
                    <a:pt x="6934564" y="1261544"/>
                    <a:pt x="6886133" y="1279414"/>
                    <a:pt x="6836601" y="1294672"/>
                  </a:cubicBezTo>
                  <a:cubicBezTo>
                    <a:pt x="6795516" y="1307324"/>
                    <a:pt x="6753122" y="1317057"/>
                    <a:pt x="6711393" y="1328485"/>
                  </a:cubicBezTo>
                  <a:cubicBezTo>
                    <a:pt x="6693705" y="1333419"/>
                    <a:pt x="6676878" y="1340036"/>
                    <a:pt x="6659164" y="1344343"/>
                  </a:cubicBezTo>
                  <a:cubicBezTo>
                    <a:pt x="6619497" y="1354102"/>
                    <a:pt x="6579188" y="1362635"/>
                    <a:pt x="6539327" y="1372405"/>
                  </a:cubicBezTo>
                  <a:cubicBezTo>
                    <a:pt x="6516609" y="1378051"/>
                    <a:pt x="6494842" y="1387262"/>
                    <a:pt x="6471659" y="1391362"/>
                  </a:cubicBezTo>
                  <a:cubicBezTo>
                    <a:pt x="6416600" y="1401077"/>
                    <a:pt x="6361053" y="1408777"/>
                    <a:pt x="6305536" y="1417103"/>
                  </a:cubicBezTo>
                  <a:cubicBezTo>
                    <a:pt x="6248279" y="1425669"/>
                    <a:pt x="6191229" y="1434541"/>
                    <a:pt x="6133939" y="1442481"/>
                  </a:cubicBezTo>
                  <a:cubicBezTo>
                    <a:pt x="6102579" y="1446662"/>
                    <a:pt x="6070917" y="1448658"/>
                    <a:pt x="6039547" y="1452681"/>
                  </a:cubicBezTo>
                  <a:cubicBezTo>
                    <a:pt x="6012050" y="1456206"/>
                    <a:pt x="5984839" y="1461597"/>
                    <a:pt x="5957366" y="1465590"/>
                  </a:cubicBezTo>
                  <a:cubicBezTo>
                    <a:pt x="5933562" y="1468934"/>
                    <a:pt x="5909518" y="1471349"/>
                    <a:pt x="5885715" y="1474694"/>
                  </a:cubicBezTo>
                  <a:cubicBezTo>
                    <a:pt x="5847596" y="1480140"/>
                    <a:pt x="5809691" y="1486048"/>
                    <a:pt x="5771774" y="1491643"/>
                  </a:cubicBezTo>
                  <a:cubicBezTo>
                    <a:pt x="5755903" y="1493820"/>
                    <a:pt x="5739373" y="1498540"/>
                    <a:pt x="5724294" y="1496914"/>
                  </a:cubicBezTo>
                  <a:cubicBezTo>
                    <a:pt x="5686295" y="1492781"/>
                    <a:pt x="5649250" y="1496294"/>
                    <a:pt x="5611931" y="1502173"/>
                  </a:cubicBezTo>
                  <a:cubicBezTo>
                    <a:pt x="5599171" y="1504201"/>
                    <a:pt x="5585354" y="1504553"/>
                    <a:pt x="5572785" y="1502492"/>
                  </a:cubicBezTo>
                  <a:cubicBezTo>
                    <a:pt x="5547064" y="1498394"/>
                    <a:pt x="5522015" y="1492069"/>
                    <a:pt x="5496622" y="1486703"/>
                  </a:cubicBezTo>
                  <a:cubicBezTo>
                    <a:pt x="5493862" y="1486051"/>
                    <a:pt x="5490551" y="1486053"/>
                    <a:pt x="5487614" y="1485725"/>
                  </a:cubicBezTo>
                  <a:cubicBezTo>
                    <a:pt x="5470960" y="1483859"/>
                    <a:pt x="5454506" y="1481984"/>
                    <a:pt x="5437869" y="1480432"/>
                  </a:cubicBezTo>
                  <a:cubicBezTo>
                    <a:pt x="5428868" y="1479610"/>
                    <a:pt x="5419725" y="1479895"/>
                    <a:pt x="5410729" y="1479229"/>
                  </a:cubicBezTo>
                  <a:cubicBezTo>
                    <a:pt x="5375917" y="1476513"/>
                    <a:pt x="5338174" y="1485709"/>
                    <a:pt x="5307325" y="1468207"/>
                  </a:cubicBezTo>
                  <a:cubicBezTo>
                    <a:pt x="5287297" y="1456930"/>
                    <a:pt x="5268577" y="1460658"/>
                    <a:pt x="5247871" y="1463540"/>
                  </a:cubicBezTo>
                  <a:cubicBezTo>
                    <a:pt x="5232193" y="1465707"/>
                    <a:pt x="5216035" y="1466016"/>
                    <a:pt x="5200105" y="1466942"/>
                  </a:cubicBezTo>
                  <a:cubicBezTo>
                    <a:pt x="5172135" y="1468759"/>
                    <a:pt x="5144152" y="1470266"/>
                    <a:pt x="5116199" y="1472398"/>
                  </a:cubicBezTo>
                  <a:cubicBezTo>
                    <a:pt x="5107270" y="1473142"/>
                    <a:pt x="5098326" y="1477498"/>
                    <a:pt x="5089547" y="1477294"/>
                  </a:cubicBezTo>
                  <a:cubicBezTo>
                    <a:pt x="5048970" y="1476267"/>
                    <a:pt x="5008312" y="1473519"/>
                    <a:pt x="4967752" y="1472806"/>
                  </a:cubicBezTo>
                  <a:cubicBezTo>
                    <a:pt x="4944740" y="1472347"/>
                    <a:pt x="4921363" y="1476454"/>
                    <a:pt x="4898514" y="1475359"/>
                  </a:cubicBezTo>
                  <a:cubicBezTo>
                    <a:pt x="4872154" y="1474119"/>
                    <a:pt x="4846185" y="1468937"/>
                    <a:pt x="4819948" y="1466277"/>
                  </a:cubicBezTo>
                  <a:cubicBezTo>
                    <a:pt x="4812704" y="1465529"/>
                    <a:pt x="4804802" y="1467322"/>
                    <a:pt x="4797235" y="1467999"/>
                  </a:cubicBezTo>
                  <a:cubicBezTo>
                    <a:pt x="4788699" y="1468726"/>
                    <a:pt x="4780369" y="1469755"/>
                    <a:pt x="4771823" y="1470324"/>
                  </a:cubicBezTo>
                  <a:cubicBezTo>
                    <a:pt x="4745790" y="1471894"/>
                    <a:pt x="4719721" y="1472679"/>
                    <a:pt x="4693726" y="1475031"/>
                  </a:cubicBezTo>
                  <a:cubicBezTo>
                    <a:pt x="4677818" y="1476425"/>
                    <a:pt x="4661410" y="1483651"/>
                    <a:pt x="4646522" y="1482013"/>
                  </a:cubicBezTo>
                  <a:cubicBezTo>
                    <a:pt x="4616175" y="1478927"/>
                    <a:pt x="4586536" y="1490556"/>
                    <a:pt x="4556001" y="1483554"/>
                  </a:cubicBezTo>
                  <a:cubicBezTo>
                    <a:pt x="4546547" y="1481499"/>
                    <a:pt x="4534022" y="1488380"/>
                    <a:pt x="4522761" y="1489236"/>
                  </a:cubicBezTo>
                  <a:cubicBezTo>
                    <a:pt x="4494612" y="1491377"/>
                    <a:pt x="4466422" y="1492580"/>
                    <a:pt x="4438228" y="1493782"/>
                  </a:cubicBezTo>
                  <a:cubicBezTo>
                    <a:pt x="4412951" y="1494844"/>
                    <a:pt x="4386813" y="1498301"/>
                    <a:pt x="4362305" y="1495088"/>
                  </a:cubicBezTo>
                  <a:cubicBezTo>
                    <a:pt x="4336613" y="1491619"/>
                    <a:pt x="4313708" y="1493351"/>
                    <a:pt x="4289278" y="1499864"/>
                  </a:cubicBezTo>
                  <a:cubicBezTo>
                    <a:pt x="4272539" y="1504281"/>
                    <a:pt x="4254677" y="1505613"/>
                    <a:pt x="4237236" y="1507551"/>
                  </a:cubicBezTo>
                  <a:cubicBezTo>
                    <a:pt x="4218443" y="1509712"/>
                    <a:pt x="4197483" y="1507428"/>
                    <a:pt x="4180626" y="1513420"/>
                  </a:cubicBezTo>
                  <a:cubicBezTo>
                    <a:pt x="4130437" y="1531219"/>
                    <a:pt x="4078308" y="1537027"/>
                    <a:pt x="4025047" y="1539594"/>
                  </a:cubicBezTo>
                  <a:cubicBezTo>
                    <a:pt x="4015328" y="1540063"/>
                    <a:pt x="4005307" y="1538350"/>
                    <a:pt x="3995866" y="1536451"/>
                  </a:cubicBezTo>
                  <a:cubicBezTo>
                    <a:pt x="3940757" y="1524983"/>
                    <a:pt x="3886195" y="1528868"/>
                    <a:pt x="3831212" y="1540151"/>
                  </a:cubicBezTo>
                  <a:cubicBezTo>
                    <a:pt x="3819833" y="1542583"/>
                    <a:pt x="3807019" y="1543514"/>
                    <a:pt x="3795461" y="1542189"/>
                  </a:cubicBezTo>
                  <a:cubicBezTo>
                    <a:pt x="3762927" y="1538264"/>
                    <a:pt x="3731194" y="1530691"/>
                    <a:pt x="3698543" y="1528342"/>
                  </a:cubicBezTo>
                  <a:cubicBezTo>
                    <a:pt x="3644585" y="1524508"/>
                    <a:pt x="3599168" y="1548354"/>
                    <a:pt x="3551836" y="1564762"/>
                  </a:cubicBezTo>
                  <a:cubicBezTo>
                    <a:pt x="3506795" y="1580273"/>
                    <a:pt x="3469370" y="1612209"/>
                    <a:pt x="3415003" y="1608081"/>
                  </a:cubicBezTo>
                  <a:cubicBezTo>
                    <a:pt x="3409532" y="1607717"/>
                    <a:pt x="3403709" y="1612236"/>
                    <a:pt x="3397737" y="1613622"/>
                  </a:cubicBezTo>
                  <a:cubicBezTo>
                    <a:pt x="3381358" y="1617394"/>
                    <a:pt x="3365010" y="1621790"/>
                    <a:pt x="3348360" y="1624007"/>
                  </a:cubicBezTo>
                  <a:cubicBezTo>
                    <a:pt x="3328041" y="1626870"/>
                    <a:pt x="3307211" y="1627247"/>
                    <a:pt x="3286876" y="1629796"/>
                  </a:cubicBezTo>
                  <a:cubicBezTo>
                    <a:pt x="3273801" y="1631368"/>
                    <a:pt x="3260860" y="1633717"/>
                    <a:pt x="3247932" y="1635832"/>
                  </a:cubicBezTo>
                  <a:lnTo>
                    <a:pt x="3244999" y="1636180"/>
                  </a:lnTo>
                  <a:lnTo>
                    <a:pt x="3184484" y="1639097"/>
                  </a:lnTo>
                  <a:lnTo>
                    <a:pt x="3177540" y="1638715"/>
                  </a:lnTo>
                  <a:cubicBezTo>
                    <a:pt x="3167030" y="1637417"/>
                    <a:pt x="3156526" y="1635766"/>
                    <a:pt x="3146060" y="1634857"/>
                  </a:cubicBezTo>
                  <a:cubicBezTo>
                    <a:pt x="3116518" y="1632358"/>
                    <a:pt x="3084302" y="1635010"/>
                    <a:pt x="3057965" y="1626236"/>
                  </a:cubicBezTo>
                  <a:cubicBezTo>
                    <a:pt x="3029852" y="1616919"/>
                    <a:pt x="3003375" y="1613330"/>
                    <a:pt x="2974961" y="1617995"/>
                  </a:cubicBezTo>
                  <a:cubicBezTo>
                    <a:pt x="2965488" y="1619550"/>
                    <a:pt x="2953558" y="1626717"/>
                    <a:pt x="2949608" y="1633655"/>
                  </a:cubicBezTo>
                  <a:cubicBezTo>
                    <a:pt x="2940805" y="1649145"/>
                    <a:pt x="2927912" y="1652436"/>
                    <a:pt x="2909973" y="1648121"/>
                  </a:cubicBezTo>
                  <a:cubicBezTo>
                    <a:pt x="2894404" y="1644476"/>
                    <a:pt x="2875446" y="1643195"/>
                    <a:pt x="2864542" y="1635245"/>
                  </a:cubicBezTo>
                  <a:cubicBezTo>
                    <a:pt x="2833644" y="1612724"/>
                    <a:pt x="2795701" y="1613769"/>
                    <a:pt x="2758460" y="1609130"/>
                  </a:cubicBezTo>
                  <a:cubicBezTo>
                    <a:pt x="2735725" y="1606301"/>
                    <a:pt x="2714721" y="1607157"/>
                    <a:pt x="2692301" y="1610905"/>
                  </a:cubicBezTo>
                  <a:cubicBezTo>
                    <a:pt x="2643606" y="1619217"/>
                    <a:pt x="2595572" y="1613057"/>
                    <a:pt x="2548009" y="1604522"/>
                  </a:cubicBezTo>
                  <a:cubicBezTo>
                    <a:pt x="2516561" y="1598820"/>
                    <a:pt x="2484471" y="1595972"/>
                    <a:pt x="2453210" y="1590103"/>
                  </a:cubicBezTo>
                  <a:cubicBezTo>
                    <a:pt x="2429807" y="1585581"/>
                    <a:pt x="2406352" y="1579963"/>
                    <a:pt x="2384726" y="1571904"/>
                  </a:cubicBezTo>
                  <a:cubicBezTo>
                    <a:pt x="2353369" y="1560075"/>
                    <a:pt x="2325581" y="1541326"/>
                    <a:pt x="2286765" y="1548534"/>
                  </a:cubicBezTo>
                  <a:cubicBezTo>
                    <a:pt x="2252584" y="1554889"/>
                    <a:pt x="2221009" y="1546526"/>
                    <a:pt x="2189064" y="1538649"/>
                  </a:cubicBezTo>
                  <a:cubicBezTo>
                    <a:pt x="2165600" y="1532875"/>
                    <a:pt x="2142133" y="1526942"/>
                    <a:pt x="2118010" y="1523712"/>
                  </a:cubicBezTo>
                  <a:cubicBezTo>
                    <a:pt x="2089379" y="1519913"/>
                    <a:pt x="2057412" y="1523652"/>
                    <a:pt x="2031682" y="1515318"/>
                  </a:cubicBezTo>
                  <a:cubicBezTo>
                    <a:pt x="2004761" y="1506572"/>
                    <a:pt x="1983123" y="1514364"/>
                    <a:pt x="1959737" y="1518317"/>
                  </a:cubicBezTo>
                  <a:cubicBezTo>
                    <a:pt x="1922433" y="1524509"/>
                    <a:pt x="1885501" y="1534450"/>
                    <a:pt x="1847100" y="1525944"/>
                  </a:cubicBezTo>
                  <a:cubicBezTo>
                    <a:pt x="1800428" y="1515638"/>
                    <a:pt x="1754098" y="1504375"/>
                    <a:pt x="1707262" y="1494706"/>
                  </a:cubicBezTo>
                  <a:cubicBezTo>
                    <a:pt x="1689158" y="1491026"/>
                    <a:pt x="1669827" y="1490075"/>
                    <a:pt x="1651067" y="1488939"/>
                  </a:cubicBezTo>
                  <a:cubicBezTo>
                    <a:pt x="1633296" y="1488069"/>
                    <a:pt x="1612320" y="1493475"/>
                    <a:pt x="1598392" y="1487556"/>
                  </a:cubicBezTo>
                  <a:cubicBezTo>
                    <a:pt x="1562588" y="1472333"/>
                    <a:pt x="1526230" y="1465768"/>
                    <a:pt x="1485796" y="1467717"/>
                  </a:cubicBezTo>
                  <a:cubicBezTo>
                    <a:pt x="1470633" y="1468448"/>
                    <a:pt x="1455519" y="1462113"/>
                    <a:pt x="1440105" y="1461600"/>
                  </a:cubicBezTo>
                  <a:cubicBezTo>
                    <a:pt x="1419033" y="1461047"/>
                    <a:pt x="1394726" y="1457982"/>
                    <a:pt x="1376742" y="1464813"/>
                  </a:cubicBezTo>
                  <a:cubicBezTo>
                    <a:pt x="1334463" y="1480976"/>
                    <a:pt x="1299105" y="1470908"/>
                    <a:pt x="1260914" y="1458783"/>
                  </a:cubicBezTo>
                  <a:cubicBezTo>
                    <a:pt x="1223316" y="1446785"/>
                    <a:pt x="1183912" y="1437700"/>
                    <a:pt x="1144209" y="1430510"/>
                  </a:cubicBezTo>
                  <a:cubicBezTo>
                    <a:pt x="1129277" y="1427934"/>
                    <a:pt x="1111855" y="1434268"/>
                    <a:pt x="1095577" y="1436151"/>
                  </a:cubicBezTo>
                  <a:cubicBezTo>
                    <a:pt x="1089760" y="1436745"/>
                    <a:pt x="1083367" y="1437525"/>
                    <a:pt x="1078045" y="1436212"/>
                  </a:cubicBezTo>
                  <a:cubicBezTo>
                    <a:pt x="1026587" y="1423625"/>
                    <a:pt x="974523" y="1414679"/>
                    <a:pt x="919891" y="1425160"/>
                  </a:cubicBezTo>
                  <a:cubicBezTo>
                    <a:pt x="914876" y="1426187"/>
                    <a:pt x="909153" y="1424736"/>
                    <a:pt x="904047" y="1423883"/>
                  </a:cubicBezTo>
                  <a:cubicBezTo>
                    <a:pt x="879088" y="1419436"/>
                    <a:pt x="854553" y="1411675"/>
                    <a:pt x="829382" y="1410847"/>
                  </a:cubicBezTo>
                  <a:cubicBezTo>
                    <a:pt x="767326" y="1408817"/>
                    <a:pt x="705028" y="1409779"/>
                    <a:pt x="642661" y="1409490"/>
                  </a:cubicBezTo>
                  <a:cubicBezTo>
                    <a:pt x="638766" y="1409522"/>
                    <a:pt x="634684" y="1409719"/>
                    <a:pt x="631134" y="1408791"/>
                  </a:cubicBezTo>
                  <a:cubicBezTo>
                    <a:pt x="607871" y="1403163"/>
                    <a:pt x="587956" y="1406321"/>
                    <a:pt x="569136" y="1420097"/>
                  </a:cubicBezTo>
                  <a:cubicBezTo>
                    <a:pt x="560854" y="1426146"/>
                    <a:pt x="549335" y="1429684"/>
                    <a:pt x="538796" y="1433330"/>
                  </a:cubicBezTo>
                  <a:cubicBezTo>
                    <a:pt x="523276" y="1438787"/>
                    <a:pt x="507362" y="1444105"/>
                    <a:pt x="491177" y="1447867"/>
                  </a:cubicBezTo>
                  <a:cubicBezTo>
                    <a:pt x="475178" y="1451464"/>
                    <a:pt x="458068" y="1456211"/>
                    <a:pt x="442411" y="1454770"/>
                  </a:cubicBezTo>
                  <a:cubicBezTo>
                    <a:pt x="414232" y="1452205"/>
                    <a:pt x="387176" y="1444721"/>
                    <a:pt x="359296" y="1440257"/>
                  </a:cubicBezTo>
                  <a:cubicBezTo>
                    <a:pt x="349673" y="1438680"/>
                    <a:pt x="339191" y="1439501"/>
                    <a:pt x="329271" y="1439821"/>
                  </a:cubicBezTo>
                  <a:cubicBezTo>
                    <a:pt x="306503" y="1440449"/>
                    <a:pt x="283397" y="1446114"/>
                    <a:pt x="262167" y="1434111"/>
                  </a:cubicBezTo>
                  <a:cubicBezTo>
                    <a:pt x="242530" y="1422816"/>
                    <a:pt x="223456" y="1427345"/>
                    <a:pt x="203882" y="1437548"/>
                  </a:cubicBezTo>
                  <a:cubicBezTo>
                    <a:pt x="189813" y="1444818"/>
                    <a:pt x="173736" y="1450772"/>
                    <a:pt x="157723" y="1454055"/>
                  </a:cubicBezTo>
                  <a:cubicBezTo>
                    <a:pt x="135728" y="1458567"/>
                    <a:pt x="113832" y="1461037"/>
                    <a:pt x="89823" y="1460153"/>
                  </a:cubicBezTo>
                  <a:cubicBezTo>
                    <a:pt x="72843" y="1459559"/>
                    <a:pt x="59011" y="1459598"/>
                    <a:pt x="45393" y="1451938"/>
                  </a:cubicBezTo>
                  <a:cubicBezTo>
                    <a:pt x="43196" y="1450788"/>
                    <a:pt x="39293" y="1450662"/>
                    <a:pt x="36385" y="1450960"/>
                  </a:cubicBezTo>
                  <a:lnTo>
                    <a:pt x="0" y="1452514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E56EED7-40A9-4EAF-B230-108CC384E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637211" cy="1649863"/>
            </a:xfrm>
            <a:custGeom>
              <a:avLst/>
              <a:gdLst>
                <a:gd name="connsiteX0" fmla="*/ 2468659 w 9637211"/>
                <a:gd name="connsiteY0" fmla="*/ 1380297 h 1649863"/>
                <a:gd name="connsiteX1" fmla="*/ 2460722 w 9637211"/>
                <a:gd name="connsiteY1" fmla="*/ 1390272 h 1649863"/>
                <a:gd name="connsiteX2" fmla="*/ 2446257 w 9637211"/>
                <a:gd name="connsiteY2" fmla="*/ 1406498 h 1649863"/>
                <a:gd name="connsiteX3" fmla="*/ 2427494 w 9637211"/>
                <a:gd name="connsiteY3" fmla="*/ 1415356 h 1649863"/>
                <a:gd name="connsiteX4" fmla="*/ 2460722 w 9637211"/>
                <a:gd name="connsiteY4" fmla="*/ 1390272 h 1649863"/>
                <a:gd name="connsiteX5" fmla="*/ 5731745 w 9637211"/>
                <a:gd name="connsiteY5" fmla="*/ 1360489 h 1649863"/>
                <a:gd name="connsiteX6" fmla="*/ 5698179 w 9637211"/>
                <a:gd name="connsiteY6" fmla="*/ 1367442 h 1649863"/>
                <a:gd name="connsiteX7" fmla="*/ 5715901 w 9637211"/>
                <a:gd name="connsiteY7" fmla="*/ 1365274 h 1649863"/>
                <a:gd name="connsiteX8" fmla="*/ 5731745 w 9637211"/>
                <a:gd name="connsiteY8" fmla="*/ 1360489 h 1649863"/>
                <a:gd name="connsiteX9" fmla="*/ 5503859 w 9637211"/>
                <a:gd name="connsiteY9" fmla="*/ 1324849 h 1649863"/>
                <a:gd name="connsiteX10" fmla="*/ 5516994 w 9637211"/>
                <a:gd name="connsiteY10" fmla="*/ 1333353 h 1649863"/>
                <a:gd name="connsiteX11" fmla="*/ 5516994 w 9637211"/>
                <a:gd name="connsiteY11" fmla="*/ 1333352 h 1649863"/>
                <a:gd name="connsiteX12" fmla="*/ 4720031 w 9637211"/>
                <a:gd name="connsiteY12" fmla="*/ 1268958 h 1649863"/>
                <a:gd name="connsiteX13" fmla="*/ 4749955 w 9637211"/>
                <a:gd name="connsiteY13" fmla="*/ 1273114 h 1649863"/>
                <a:gd name="connsiteX14" fmla="*/ 4767388 w 9637211"/>
                <a:gd name="connsiteY14" fmla="*/ 1277477 h 1649863"/>
                <a:gd name="connsiteX15" fmla="*/ 4767531 w 9637211"/>
                <a:gd name="connsiteY15" fmla="*/ 1277513 h 1649863"/>
                <a:gd name="connsiteX16" fmla="*/ 4782965 w 9637211"/>
                <a:gd name="connsiteY16" fmla="*/ 1281578 h 1649863"/>
                <a:gd name="connsiteX17" fmla="*/ 4784809 w 9637211"/>
                <a:gd name="connsiteY17" fmla="*/ 1281832 h 1649863"/>
                <a:gd name="connsiteX18" fmla="*/ 4790792 w 9637211"/>
                <a:gd name="connsiteY18" fmla="*/ 1283327 h 1649863"/>
                <a:gd name="connsiteX19" fmla="*/ 4814638 w 9637211"/>
                <a:gd name="connsiteY19" fmla="*/ 1285937 h 1649863"/>
                <a:gd name="connsiteX20" fmla="*/ 4784809 w 9637211"/>
                <a:gd name="connsiteY20" fmla="*/ 1281832 h 1649863"/>
                <a:gd name="connsiteX21" fmla="*/ 4767531 w 9637211"/>
                <a:gd name="connsiteY21" fmla="*/ 1277513 h 1649863"/>
                <a:gd name="connsiteX22" fmla="*/ 4751799 w 9637211"/>
                <a:gd name="connsiteY22" fmla="*/ 1273370 h 1649863"/>
                <a:gd name="connsiteX23" fmla="*/ 4749955 w 9637211"/>
                <a:gd name="connsiteY23" fmla="*/ 1273114 h 1649863"/>
                <a:gd name="connsiteX24" fmla="*/ 4743957 w 9637211"/>
                <a:gd name="connsiteY24" fmla="*/ 1271612 h 1649863"/>
                <a:gd name="connsiteX25" fmla="*/ 4720031 w 9637211"/>
                <a:gd name="connsiteY25" fmla="*/ 1268958 h 1649863"/>
                <a:gd name="connsiteX26" fmla="*/ 3276840 w 9637211"/>
                <a:gd name="connsiteY26" fmla="*/ 1263985 h 1649863"/>
                <a:gd name="connsiteX27" fmla="*/ 3328341 w 9637211"/>
                <a:gd name="connsiteY27" fmla="*/ 1281473 h 1649863"/>
                <a:gd name="connsiteX28" fmla="*/ 3301810 w 9637211"/>
                <a:gd name="connsiteY28" fmla="*/ 1277386 h 1649863"/>
                <a:gd name="connsiteX29" fmla="*/ 3276840 w 9637211"/>
                <a:gd name="connsiteY29" fmla="*/ 1263985 h 1649863"/>
                <a:gd name="connsiteX30" fmla="*/ 3519760 w 9637211"/>
                <a:gd name="connsiteY30" fmla="*/ 1250994 h 1649863"/>
                <a:gd name="connsiteX31" fmla="*/ 3503255 w 9637211"/>
                <a:gd name="connsiteY31" fmla="*/ 1251147 h 1649863"/>
                <a:gd name="connsiteX32" fmla="*/ 3519760 w 9637211"/>
                <a:gd name="connsiteY32" fmla="*/ 1250994 h 1649863"/>
                <a:gd name="connsiteX33" fmla="*/ 3537011 w 9637211"/>
                <a:gd name="connsiteY33" fmla="*/ 1257249 h 1649863"/>
                <a:gd name="connsiteX34" fmla="*/ 3519760 w 9637211"/>
                <a:gd name="connsiteY34" fmla="*/ 1250994 h 1649863"/>
                <a:gd name="connsiteX35" fmla="*/ 5038723 w 9637211"/>
                <a:gd name="connsiteY35" fmla="*/ 1229019 h 1649863"/>
                <a:gd name="connsiteX36" fmla="*/ 5009340 w 9637211"/>
                <a:gd name="connsiteY36" fmla="*/ 1231627 h 1649863"/>
                <a:gd name="connsiteX37" fmla="*/ 5069905 w 9637211"/>
                <a:gd name="connsiteY37" fmla="*/ 1231533 h 1649863"/>
                <a:gd name="connsiteX38" fmla="*/ 5038723 w 9637211"/>
                <a:gd name="connsiteY38" fmla="*/ 1229019 h 1649863"/>
                <a:gd name="connsiteX39" fmla="*/ 6274350 w 9637211"/>
                <a:gd name="connsiteY39" fmla="*/ 1198579 h 1649863"/>
                <a:gd name="connsiteX40" fmla="*/ 6274350 w 9637211"/>
                <a:gd name="connsiteY40" fmla="*/ 1198580 h 1649863"/>
                <a:gd name="connsiteX41" fmla="*/ 6299734 w 9637211"/>
                <a:gd name="connsiteY41" fmla="*/ 1215874 h 1649863"/>
                <a:gd name="connsiteX42" fmla="*/ 6274350 w 9637211"/>
                <a:gd name="connsiteY42" fmla="*/ 1198579 h 1649863"/>
                <a:gd name="connsiteX43" fmla="*/ 284014 w 9637211"/>
                <a:gd name="connsiteY43" fmla="*/ 1083637 h 1649863"/>
                <a:gd name="connsiteX44" fmla="*/ 274455 w 9637211"/>
                <a:gd name="connsiteY44" fmla="*/ 1086842 h 1649863"/>
                <a:gd name="connsiteX45" fmla="*/ 233501 w 9637211"/>
                <a:gd name="connsiteY45" fmla="*/ 1096794 h 1649863"/>
                <a:gd name="connsiteX46" fmla="*/ 274456 w 9637211"/>
                <a:gd name="connsiteY46" fmla="*/ 1086842 h 1649863"/>
                <a:gd name="connsiteX47" fmla="*/ 691166 w 9637211"/>
                <a:gd name="connsiteY47" fmla="*/ 1081917 h 1649863"/>
                <a:gd name="connsiteX48" fmla="*/ 677191 w 9637211"/>
                <a:gd name="connsiteY48" fmla="*/ 1087044 h 1649863"/>
                <a:gd name="connsiteX49" fmla="*/ 632391 w 9637211"/>
                <a:gd name="connsiteY49" fmla="*/ 1110922 h 1649863"/>
                <a:gd name="connsiteX50" fmla="*/ 677192 w 9637211"/>
                <a:gd name="connsiteY50" fmla="*/ 1087044 h 1649863"/>
                <a:gd name="connsiteX51" fmla="*/ 428044 w 9637211"/>
                <a:gd name="connsiteY51" fmla="*/ 1067823 h 1649863"/>
                <a:gd name="connsiteX52" fmla="*/ 479634 w 9637211"/>
                <a:gd name="connsiteY52" fmla="*/ 1077452 h 1649863"/>
                <a:gd name="connsiteX53" fmla="*/ 428044 w 9637211"/>
                <a:gd name="connsiteY53" fmla="*/ 1067823 h 1649863"/>
                <a:gd name="connsiteX54" fmla="*/ 7445292 w 9637211"/>
                <a:gd name="connsiteY54" fmla="*/ 757632 h 1649863"/>
                <a:gd name="connsiteX55" fmla="*/ 7466390 w 9637211"/>
                <a:gd name="connsiteY55" fmla="*/ 768915 h 1649863"/>
                <a:gd name="connsiteX56" fmla="*/ 7474827 w 9637211"/>
                <a:gd name="connsiteY56" fmla="*/ 771226 h 1649863"/>
                <a:gd name="connsiteX57" fmla="*/ 7466391 w 9637211"/>
                <a:gd name="connsiteY57" fmla="*/ 768915 h 1649863"/>
                <a:gd name="connsiteX58" fmla="*/ 7445292 w 9637211"/>
                <a:gd name="connsiteY58" fmla="*/ 757632 h 1649863"/>
                <a:gd name="connsiteX59" fmla="*/ 0 w 9637211"/>
                <a:gd name="connsiteY59" fmla="*/ 0 h 1649863"/>
                <a:gd name="connsiteX60" fmla="*/ 9637211 w 9637211"/>
                <a:gd name="connsiteY60" fmla="*/ 0 h 1649863"/>
                <a:gd name="connsiteX61" fmla="*/ 9583319 w 9637211"/>
                <a:gd name="connsiteY61" fmla="*/ 32146 h 1649863"/>
                <a:gd name="connsiteX62" fmla="*/ 9493665 w 9637211"/>
                <a:gd name="connsiteY62" fmla="*/ 112426 h 1649863"/>
                <a:gd name="connsiteX63" fmla="*/ 9457156 w 9637211"/>
                <a:gd name="connsiteY63" fmla="*/ 155303 h 1649863"/>
                <a:gd name="connsiteX64" fmla="*/ 9377643 w 9637211"/>
                <a:gd name="connsiteY64" fmla="*/ 187228 h 1649863"/>
                <a:gd name="connsiteX65" fmla="*/ 9292088 w 9637211"/>
                <a:gd name="connsiteY65" fmla="*/ 235295 h 1649863"/>
                <a:gd name="connsiteX66" fmla="*/ 9231985 w 9637211"/>
                <a:gd name="connsiteY66" fmla="*/ 281821 h 1649863"/>
                <a:gd name="connsiteX67" fmla="*/ 9185378 w 9637211"/>
                <a:gd name="connsiteY67" fmla="*/ 313259 h 1649863"/>
                <a:gd name="connsiteX68" fmla="*/ 9118948 w 9637211"/>
                <a:gd name="connsiteY68" fmla="*/ 345810 h 1649863"/>
                <a:gd name="connsiteX69" fmla="*/ 9052763 w 9637211"/>
                <a:gd name="connsiteY69" fmla="*/ 387450 h 1649863"/>
                <a:gd name="connsiteX70" fmla="*/ 9020858 w 9637211"/>
                <a:gd name="connsiteY70" fmla="*/ 412686 h 1649863"/>
                <a:gd name="connsiteX71" fmla="*/ 8958799 w 9637211"/>
                <a:gd name="connsiteY71" fmla="*/ 455068 h 1649863"/>
                <a:gd name="connsiteX72" fmla="*/ 8894669 w 9637211"/>
                <a:gd name="connsiteY72" fmla="*/ 494884 h 1649863"/>
                <a:gd name="connsiteX73" fmla="*/ 8772871 w 9637211"/>
                <a:gd name="connsiteY73" fmla="*/ 542815 h 1649863"/>
                <a:gd name="connsiteX74" fmla="*/ 8663102 w 9637211"/>
                <a:gd name="connsiteY74" fmla="*/ 609939 h 1649863"/>
                <a:gd name="connsiteX75" fmla="*/ 8575858 w 9637211"/>
                <a:gd name="connsiteY75" fmla="*/ 659344 h 1649863"/>
                <a:gd name="connsiteX76" fmla="*/ 8525191 w 9637211"/>
                <a:gd name="connsiteY76" fmla="*/ 691449 h 1649863"/>
                <a:gd name="connsiteX77" fmla="*/ 8432740 w 9637211"/>
                <a:gd name="connsiteY77" fmla="*/ 762134 h 1649863"/>
                <a:gd name="connsiteX78" fmla="*/ 8287775 w 9637211"/>
                <a:gd name="connsiteY78" fmla="*/ 838802 h 1649863"/>
                <a:gd name="connsiteX79" fmla="*/ 8199975 w 9637211"/>
                <a:gd name="connsiteY79" fmla="*/ 880700 h 1649863"/>
                <a:gd name="connsiteX80" fmla="*/ 8009879 w 9637211"/>
                <a:gd name="connsiteY80" fmla="*/ 946676 h 1649863"/>
                <a:gd name="connsiteX81" fmla="*/ 7948650 w 9637211"/>
                <a:gd name="connsiteY81" fmla="*/ 969872 h 1649863"/>
                <a:gd name="connsiteX82" fmla="*/ 7878149 w 9637211"/>
                <a:gd name="connsiteY82" fmla="*/ 986611 h 1649863"/>
                <a:gd name="connsiteX83" fmla="*/ 7765368 w 9637211"/>
                <a:gd name="connsiteY83" fmla="*/ 1023592 h 1649863"/>
                <a:gd name="connsiteX84" fmla="*/ 7544827 w 9637211"/>
                <a:gd name="connsiteY84" fmla="*/ 1088525 h 1649863"/>
                <a:gd name="connsiteX85" fmla="*/ 7496243 w 9637211"/>
                <a:gd name="connsiteY85" fmla="*/ 1099185 h 1649863"/>
                <a:gd name="connsiteX86" fmla="*/ 7373131 w 9637211"/>
                <a:gd name="connsiteY86" fmla="*/ 1140118 h 1649863"/>
                <a:gd name="connsiteX87" fmla="*/ 7299425 w 9637211"/>
                <a:gd name="connsiteY87" fmla="*/ 1167211 h 1649863"/>
                <a:gd name="connsiteX88" fmla="*/ 7238066 w 9637211"/>
                <a:gd name="connsiteY88" fmla="*/ 1183666 h 1649863"/>
                <a:gd name="connsiteX89" fmla="*/ 7183552 w 9637211"/>
                <a:gd name="connsiteY89" fmla="*/ 1192571 h 1649863"/>
                <a:gd name="connsiteX90" fmla="*/ 7040813 w 9637211"/>
                <a:gd name="connsiteY90" fmla="*/ 1230525 h 1649863"/>
                <a:gd name="connsiteX91" fmla="*/ 6983864 w 9637211"/>
                <a:gd name="connsiteY91" fmla="*/ 1245513 h 1649863"/>
                <a:gd name="connsiteX92" fmla="*/ 6836601 w 9637211"/>
                <a:gd name="connsiteY92" fmla="*/ 1294672 h 1649863"/>
                <a:gd name="connsiteX93" fmla="*/ 6711393 w 9637211"/>
                <a:gd name="connsiteY93" fmla="*/ 1328485 h 1649863"/>
                <a:gd name="connsiteX94" fmla="*/ 6659164 w 9637211"/>
                <a:gd name="connsiteY94" fmla="*/ 1344343 h 1649863"/>
                <a:gd name="connsiteX95" fmla="*/ 6539327 w 9637211"/>
                <a:gd name="connsiteY95" fmla="*/ 1372405 h 1649863"/>
                <a:gd name="connsiteX96" fmla="*/ 6471659 w 9637211"/>
                <a:gd name="connsiteY96" fmla="*/ 1391362 h 1649863"/>
                <a:gd name="connsiteX97" fmla="*/ 6305536 w 9637211"/>
                <a:gd name="connsiteY97" fmla="*/ 1417103 h 1649863"/>
                <a:gd name="connsiteX98" fmla="*/ 6133939 w 9637211"/>
                <a:gd name="connsiteY98" fmla="*/ 1442481 h 1649863"/>
                <a:gd name="connsiteX99" fmla="*/ 6039547 w 9637211"/>
                <a:gd name="connsiteY99" fmla="*/ 1452681 h 1649863"/>
                <a:gd name="connsiteX100" fmla="*/ 5957366 w 9637211"/>
                <a:gd name="connsiteY100" fmla="*/ 1465590 h 1649863"/>
                <a:gd name="connsiteX101" fmla="*/ 5885715 w 9637211"/>
                <a:gd name="connsiteY101" fmla="*/ 1474694 h 1649863"/>
                <a:gd name="connsiteX102" fmla="*/ 5771774 w 9637211"/>
                <a:gd name="connsiteY102" fmla="*/ 1491643 h 1649863"/>
                <a:gd name="connsiteX103" fmla="*/ 5724294 w 9637211"/>
                <a:gd name="connsiteY103" fmla="*/ 1496914 h 1649863"/>
                <a:gd name="connsiteX104" fmla="*/ 5611931 w 9637211"/>
                <a:gd name="connsiteY104" fmla="*/ 1502173 h 1649863"/>
                <a:gd name="connsiteX105" fmla="*/ 5572785 w 9637211"/>
                <a:gd name="connsiteY105" fmla="*/ 1502492 h 1649863"/>
                <a:gd name="connsiteX106" fmla="*/ 5496622 w 9637211"/>
                <a:gd name="connsiteY106" fmla="*/ 1486703 h 1649863"/>
                <a:gd name="connsiteX107" fmla="*/ 5487614 w 9637211"/>
                <a:gd name="connsiteY107" fmla="*/ 1485725 h 1649863"/>
                <a:gd name="connsiteX108" fmla="*/ 5437869 w 9637211"/>
                <a:gd name="connsiteY108" fmla="*/ 1480432 h 1649863"/>
                <a:gd name="connsiteX109" fmla="*/ 5410729 w 9637211"/>
                <a:gd name="connsiteY109" fmla="*/ 1479229 h 1649863"/>
                <a:gd name="connsiteX110" fmla="*/ 5307325 w 9637211"/>
                <a:gd name="connsiteY110" fmla="*/ 1468207 h 1649863"/>
                <a:gd name="connsiteX111" fmla="*/ 5247871 w 9637211"/>
                <a:gd name="connsiteY111" fmla="*/ 1463540 h 1649863"/>
                <a:gd name="connsiteX112" fmla="*/ 5200105 w 9637211"/>
                <a:gd name="connsiteY112" fmla="*/ 1466942 h 1649863"/>
                <a:gd name="connsiteX113" fmla="*/ 5116199 w 9637211"/>
                <a:gd name="connsiteY113" fmla="*/ 1472398 h 1649863"/>
                <a:gd name="connsiteX114" fmla="*/ 5089547 w 9637211"/>
                <a:gd name="connsiteY114" fmla="*/ 1477294 h 1649863"/>
                <a:gd name="connsiteX115" fmla="*/ 4967752 w 9637211"/>
                <a:gd name="connsiteY115" fmla="*/ 1472806 h 1649863"/>
                <a:gd name="connsiteX116" fmla="*/ 4898514 w 9637211"/>
                <a:gd name="connsiteY116" fmla="*/ 1475359 h 1649863"/>
                <a:gd name="connsiteX117" fmla="*/ 4819948 w 9637211"/>
                <a:gd name="connsiteY117" fmla="*/ 1466277 h 1649863"/>
                <a:gd name="connsiteX118" fmla="*/ 4797235 w 9637211"/>
                <a:gd name="connsiteY118" fmla="*/ 1467999 h 1649863"/>
                <a:gd name="connsiteX119" fmla="*/ 4771823 w 9637211"/>
                <a:gd name="connsiteY119" fmla="*/ 1470324 h 1649863"/>
                <a:gd name="connsiteX120" fmla="*/ 4693726 w 9637211"/>
                <a:gd name="connsiteY120" fmla="*/ 1475031 h 1649863"/>
                <a:gd name="connsiteX121" fmla="*/ 4646522 w 9637211"/>
                <a:gd name="connsiteY121" fmla="*/ 1482013 h 1649863"/>
                <a:gd name="connsiteX122" fmla="*/ 4556001 w 9637211"/>
                <a:gd name="connsiteY122" fmla="*/ 1483554 h 1649863"/>
                <a:gd name="connsiteX123" fmla="*/ 4522761 w 9637211"/>
                <a:gd name="connsiteY123" fmla="*/ 1489236 h 1649863"/>
                <a:gd name="connsiteX124" fmla="*/ 4438228 w 9637211"/>
                <a:gd name="connsiteY124" fmla="*/ 1493782 h 1649863"/>
                <a:gd name="connsiteX125" fmla="*/ 4362305 w 9637211"/>
                <a:gd name="connsiteY125" fmla="*/ 1495088 h 1649863"/>
                <a:gd name="connsiteX126" fmla="*/ 4289278 w 9637211"/>
                <a:gd name="connsiteY126" fmla="*/ 1499864 h 1649863"/>
                <a:gd name="connsiteX127" fmla="*/ 4237236 w 9637211"/>
                <a:gd name="connsiteY127" fmla="*/ 1507551 h 1649863"/>
                <a:gd name="connsiteX128" fmla="*/ 4180626 w 9637211"/>
                <a:gd name="connsiteY128" fmla="*/ 1513420 h 1649863"/>
                <a:gd name="connsiteX129" fmla="*/ 4025047 w 9637211"/>
                <a:gd name="connsiteY129" fmla="*/ 1539594 h 1649863"/>
                <a:gd name="connsiteX130" fmla="*/ 3995866 w 9637211"/>
                <a:gd name="connsiteY130" fmla="*/ 1536451 h 1649863"/>
                <a:gd name="connsiteX131" fmla="*/ 3831212 w 9637211"/>
                <a:gd name="connsiteY131" fmla="*/ 1540151 h 1649863"/>
                <a:gd name="connsiteX132" fmla="*/ 3795461 w 9637211"/>
                <a:gd name="connsiteY132" fmla="*/ 1542189 h 1649863"/>
                <a:gd name="connsiteX133" fmla="*/ 3698543 w 9637211"/>
                <a:gd name="connsiteY133" fmla="*/ 1528342 h 1649863"/>
                <a:gd name="connsiteX134" fmla="*/ 3551836 w 9637211"/>
                <a:gd name="connsiteY134" fmla="*/ 1564762 h 1649863"/>
                <a:gd name="connsiteX135" fmla="*/ 3415003 w 9637211"/>
                <a:gd name="connsiteY135" fmla="*/ 1608081 h 1649863"/>
                <a:gd name="connsiteX136" fmla="*/ 3397737 w 9637211"/>
                <a:gd name="connsiteY136" fmla="*/ 1613622 h 1649863"/>
                <a:gd name="connsiteX137" fmla="*/ 3348360 w 9637211"/>
                <a:gd name="connsiteY137" fmla="*/ 1624007 h 1649863"/>
                <a:gd name="connsiteX138" fmla="*/ 3286876 w 9637211"/>
                <a:gd name="connsiteY138" fmla="*/ 1629796 h 1649863"/>
                <a:gd name="connsiteX139" fmla="*/ 3247932 w 9637211"/>
                <a:gd name="connsiteY139" fmla="*/ 1635832 h 1649863"/>
                <a:gd name="connsiteX140" fmla="*/ 3244999 w 9637211"/>
                <a:gd name="connsiteY140" fmla="*/ 1636180 h 1649863"/>
                <a:gd name="connsiteX141" fmla="*/ 3184484 w 9637211"/>
                <a:gd name="connsiteY141" fmla="*/ 1639097 h 1649863"/>
                <a:gd name="connsiteX142" fmla="*/ 3177540 w 9637211"/>
                <a:gd name="connsiteY142" fmla="*/ 1638715 h 1649863"/>
                <a:gd name="connsiteX143" fmla="*/ 3146060 w 9637211"/>
                <a:gd name="connsiteY143" fmla="*/ 1634857 h 1649863"/>
                <a:gd name="connsiteX144" fmla="*/ 3057965 w 9637211"/>
                <a:gd name="connsiteY144" fmla="*/ 1626236 h 1649863"/>
                <a:gd name="connsiteX145" fmla="*/ 2974961 w 9637211"/>
                <a:gd name="connsiteY145" fmla="*/ 1617995 h 1649863"/>
                <a:gd name="connsiteX146" fmla="*/ 2949608 w 9637211"/>
                <a:gd name="connsiteY146" fmla="*/ 1633655 h 1649863"/>
                <a:gd name="connsiteX147" fmla="*/ 2909973 w 9637211"/>
                <a:gd name="connsiteY147" fmla="*/ 1648121 h 1649863"/>
                <a:gd name="connsiteX148" fmla="*/ 2864542 w 9637211"/>
                <a:gd name="connsiteY148" fmla="*/ 1635245 h 1649863"/>
                <a:gd name="connsiteX149" fmla="*/ 2758460 w 9637211"/>
                <a:gd name="connsiteY149" fmla="*/ 1609130 h 1649863"/>
                <a:gd name="connsiteX150" fmla="*/ 2692301 w 9637211"/>
                <a:gd name="connsiteY150" fmla="*/ 1610905 h 1649863"/>
                <a:gd name="connsiteX151" fmla="*/ 2548009 w 9637211"/>
                <a:gd name="connsiteY151" fmla="*/ 1604522 h 1649863"/>
                <a:gd name="connsiteX152" fmla="*/ 2453210 w 9637211"/>
                <a:gd name="connsiteY152" fmla="*/ 1590103 h 1649863"/>
                <a:gd name="connsiteX153" fmla="*/ 2384726 w 9637211"/>
                <a:gd name="connsiteY153" fmla="*/ 1571904 h 1649863"/>
                <a:gd name="connsiteX154" fmla="*/ 2286765 w 9637211"/>
                <a:gd name="connsiteY154" fmla="*/ 1548534 h 1649863"/>
                <a:gd name="connsiteX155" fmla="*/ 2189064 w 9637211"/>
                <a:gd name="connsiteY155" fmla="*/ 1538649 h 1649863"/>
                <a:gd name="connsiteX156" fmla="*/ 2118010 w 9637211"/>
                <a:gd name="connsiteY156" fmla="*/ 1523712 h 1649863"/>
                <a:gd name="connsiteX157" fmla="*/ 2031682 w 9637211"/>
                <a:gd name="connsiteY157" fmla="*/ 1515318 h 1649863"/>
                <a:gd name="connsiteX158" fmla="*/ 1959737 w 9637211"/>
                <a:gd name="connsiteY158" fmla="*/ 1518317 h 1649863"/>
                <a:gd name="connsiteX159" fmla="*/ 1847100 w 9637211"/>
                <a:gd name="connsiteY159" fmla="*/ 1525944 h 1649863"/>
                <a:gd name="connsiteX160" fmla="*/ 1707262 w 9637211"/>
                <a:gd name="connsiteY160" fmla="*/ 1494706 h 1649863"/>
                <a:gd name="connsiteX161" fmla="*/ 1651067 w 9637211"/>
                <a:gd name="connsiteY161" fmla="*/ 1488939 h 1649863"/>
                <a:gd name="connsiteX162" fmla="*/ 1598392 w 9637211"/>
                <a:gd name="connsiteY162" fmla="*/ 1487556 h 1649863"/>
                <a:gd name="connsiteX163" fmla="*/ 1485796 w 9637211"/>
                <a:gd name="connsiteY163" fmla="*/ 1467717 h 1649863"/>
                <a:gd name="connsiteX164" fmla="*/ 1440105 w 9637211"/>
                <a:gd name="connsiteY164" fmla="*/ 1461600 h 1649863"/>
                <a:gd name="connsiteX165" fmla="*/ 1376742 w 9637211"/>
                <a:gd name="connsiteY165" fmla="*/ 1464813 h 1649863"/>
                <a:gd name="connsiteX166" fmla="*/ 1260914 w 9637211"/>
                <a:gd name="connsiteY166" fmla="*/ 1458783 h 1649863"/>
                <a:gd name="connsiteX167" fmla="*/ 1144209 w 9637211"/>
                <a:gd name="connsiteY167" fmla="*/ 1430510 h 1649863"/>
                <a:gd name="connsiteX168" fmla="*/ 1095577 w 9637211"/>
                <a:gd name="connsiteY168" fmla="*/ 1436151 h 1649863"/>
                <a:gd name="connsiteX169" fmla="*/ 1078045 w 9637211"/>
                <a:gd name="connsiteY169" fmla="*/ 1436212 h 1649863"/>
                <a:gd name="connsiteX170" fmla="*/ 919891 w 9637211"/>
                <a:gd name="connsiteY170" fmla="*/ 1425160 h 1649863"/>
                <a:gd name="connsiteX171" fmla="*/ 904047 w 9637211"/>
                <a:gd name="connsiteY171" fmla="*/ 1423883 h 1649863"/>
                <a:gd name="connsiteX172" fmla="*/ 829382 w 9637211"/>
                <a:gd name="connsiteY172" fmla="*/ 1410847 h 1649863"/>
                <a:gd name="connsiteX173" fmla="*/ 642661 w 9637211"/>
                <a:gd name="connsiteY173" fmla="*/ 1409490 h 1649863"/>
                <a:gd name="connsiteX174" fmla="*/ 631134 w 9637211"/>
                <a:gd name="connsiteY174" fmla="*/ 1408791 h 1649863"/>
                <a:gd name="connsiteX175" fmla="*/ 569136 w 9637211"/>
                <a:gd name="connsiteY175" fmla="*/ 1420097 h 1649863"/>
                <a:gd name="connsiteX176" fmla="*/ 538796 w 9637211"/>
                <a:gd name="connsiteY176" fmla="*/ 1433330 h 1649863"/>
                <a:gd name="connsiteX177" fmla="*/ 491177 w 9637211"/>
                <a:gd name="connsiteY177" fmla="*/ 1447867 h 1649863"/>
                <a:gd name="connsiteX178" fmla="*/ 442411 w 9637211"/>
                <a:gd name="connsiteY178" fmla="*/ 1454770 h 1649863"/>
                <a:gd name="connsiteX179" fmla="*/ 359296 w 9637211"/>
                <a:gd name="connsiteY179" fmla="*/ 1440257 h 1649863"/>
                <a:gd name="connsiteX180" fmla="*/ 329271 w 9637211"/>
                <a:gd name="connsiteY180" fmla="*/ 1439821 h 1649863"/>
                <a:gd name="connsiteX181" fmla="*/ 262167 w 9637211"/>
                <a:gd name="connsiteY181" fmla="*/ 1434111 h 1649863"/>
                <a:gd name="connsiteX182" fmla="*/ 203882 w 9637211"/>
                <a:gd name="connsiteY182" fmla="*/ 1437548 h 1649863"/>
                <a:gd name="connsiteX183" fmla="*/ 157723 w 9637211"/>
                <a:gd name="connsiteY183" fmla="*/ 1454055 h 1649863"/>
                <a:gd name="connsiteX184" fmla="*/ 89823 w 9637211"/>
                <a:gd name="connsiteY184" fmla="*/ 1460153 h 1649863"/>
                <a:gd name="connsiteX185" fmla="*/ 45393 w 9637211"/>
                <a:gd name="connsiteY185" fmla="*/ 1451938 h 1649863"/>
                <a:gd name="connsiteX186" fmla="*/ 36385 w 9637211"/>
                <a:gd name="connsiteY186" fmla="*/ 1450960 h 1649863"/>
                <a:gd name="connsiteX187" fmla="*/ 0 w 9637211"/>
                <a:gd name="connsiteY187" fmla="*/ 1452514 h 164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9637211" h="1649863">
                  <a:moveTo>
                    <a:pt x="2468659" y="1380297"/>
                  </a:moveTo>
                  <a:lnTo>
                    <a:pt x="2460722" y="1390272"/>
                  </a:lnTo>
                  <a:cubicBezTo>
                    <a:pt x="2456661" y="1396980"/>
                    <a:pt x="2451818" y="1402354"/>
                    <a:pt x="2446257" y="1406498"/>
                  </a:cubicBezTo>
                  <a:lnTo>
                    <a:pt x="2427494" y="1415356"/>
                  </a:lnTo>
                  <a:cubicBezTo>
                    <a:pt x="2441349" y="1411764"/>
                    <a:pt x="2452601" y="1403689"/>
                    <a:pt x="2460722" y="1390272"/>
                  </a:cubicBezTo>
                  <a:close/>
                  <a:moveTo>
                    <a:pt x="5731745" y="1360489"/>
                  </a:moveTo>
                  <a:lnTo>
                    <a:pt x="5698179" y="1367442"/>
                  </a:lnTo>
                  <a:lnTo>
                    <a:pt x="5715901" y="1365274"/>
                  </a:lnTo>
                  <a:cubicBezTo>
                    <a:pt x="5721750" y="1364345"/>
                    <a:pt x="5727285" y="1362979"/>
                    <a:pt x="5731745" y="1360489"/>
                  </a:cubicBezTo>
                  <a:close/>
                  <a:moveTo>
                    <a:pt x="5503859" y="1324849"/>
                  </a:moveTo>
                  <a:lnTo>
                    <a:pt x="5516994" y="1333353"/>
                  </a:lnTo>
                  <a:lnTo>
                    <a:pt x="5516994" y="1333352"/>
                  </a:lnTo>
                  <a:close/>
                  <a:moveTo>
                    <a:pt x="4720031" y="1268958"/>
                  </a:moveTo>
                  <a:lnTo>
                    <a:pt x="4749955" y="1273114"/>
                  </a:lnTo>
                  <a:lnTo>
                    <a:pt x="4767388" y="1277477"/>
                  </a:lnTo>
                  <a:lnTo>
                    <a:pt x="4767531" y="1277513"/>
                  </a:lnTo>
                  <a:lnTo>
                    <a:pt x="4782965" y="1281578"/>
                  </a:lnTo>
                  <a:lnTo>
                    <a:pt x="4784809" y="1281832"/>
                  </a:lnTo>
                  <a:lnTo>
                    <a:pt x="4790792" y="1283327"/>
                  </a:lnTo>
                  <a:cubicBezTo>
                    <a:pt x="4798641" y="1284916"/>
                    <a:pt x="4806563" y="1285965"/>
                    <a:pt x="4814638" y="1285937"/>
                  </a:cubicBezTo>
                  <a:lnTo>
                    <a:pt x="4784809" y="1281832"/>
                  </a:lnTo>
                  <a:lnTo>
                    <a:pt x="4767531" y="1277513"/>
                  </a:lnTo>
                  <a:lnTo>
                    <a:pt x="4751799" y="1273370"/>
                  </a:lnTo>
                  <a:lnTo>
                    <a:pt x="4749955" y="1273114"/>
                  </a:lnTo>
                  <a:lnTo>
                    <a:pt x="4743957" y="1271612"/>
                  </a:lnTo>
                  <a:cubicBezTo>
                    <a:pt x="4736090" y="1270013"/>
                    <a:pt x="4728141" y="1268949"/>
                    <a:pt x="4720031" y="1268958"/>
                  </a:cubicBezTo>
                  <a:close/>
                  <a:moveTo>
                    <a:pt x="3276840" y="1263985"/>
                  </a:moveTo>
                  <a:cubicBezTo>
                    <a:pt x="3292849" y="1276789"/>
                    <a:pt x="3310250" y="1281089"/>
                    <a:pt x="3328341" y="1281473"/>
                  </a:cubicBezTo>
                  <a:lnTo>
                    <a:pt x="3301810" y="1277386"/>
                  </a:lnTo>
                  <a:cubicBezTo>
                    <a:pt x="3293198" y="1274663"/>
                    <a:pt x="3284847" y="1270386"/>
                    <a:pt x="3276840" y="1263985"/>
                  </a:cubicBezTo>
                  <a:close/>
                  <a:moveTo>
                    <a:pt x="3519760" y="1250994"/>
                  </a:moveTo>
                  <a:cubicBezTo>
                    <a:pt x="3514125" y="1250064"/>
                    <a:pt x="3508615" y="1250202"/>
                    <a:pt x="3503255" y="1251147"/>
                  </a:cubicBezTo>
                  <a:lnTo>
                    <a:pt x="3519760" y="1250994"/>
                  </a:lnTo>
                  <a:cubicBezTo>
                    <a:pt x="3525393" y="1251924"/>
                    <a:pt x="3531152" y="1253922"/>
                    <a:pt x="3537011" y="1257249"/>
                  </a:cubicBezTo>
                  <a:cubicBezTo>
                    <a:pt x="3531153" y="1253922"/>
                    <a:pt x="3525394" y="1251924"/>
                    <a:pt x="3519760" y="1250994"/>
                  </a:cubicBezTo>
                  <a:close/>
                  <a:moveTo>
                    <a:pt x="5038723" y="1229019"/>
                  </a:moveTo>
                  <a:cubicBezTo>
                    <a:pt x="5028630" y="1228971"/>
                    <a:pt x="5018835" y="1229777"/>
                    <a:pt x="5009340" y="1231627"/>
                  </a:cubicBezTo>
                  <a:lnTo>
                    <a:pt x="5069905" y="1231533"/>
                  </a:lnTo>
                  <a:cubicBezTo>
                    <a:pt x="5059212" y="1229968"/>
                    <a:pt x="5048818" y="1229067"/>
                    <a:pt x="5038723" y="1229019"/>
                  </a:cubicBezTo>
                  <a:close/>
                  <a:moveTo>
                    <a:pt x="6274350" y="1198579"/>
                  </a:moveTo>
                  <a:lnTo>
                    <a:pt x="6274350" y="1198580"/>
                  </a:lnTo>
                  <a:lnTo>
                    <a:pt x="6299734" y="1215874"/>
                  </a:lnTo>
                  <a:cubicBezTo>
                    <a:pt x="6292882" y="1211182"/>
                    <a:pt x="6285837" y="1206500"/>
                    <a:pt x="6274350" y="1198579"/>
                  </a:cubicBezTo>
                  <a:close/>
                  <a:moveTo>
                    <a:pt x="284014" y="1083637"/>
                  </a:moveTo>
                  <a:lnTo>
                    <a:pt x="274455" y="1086842"/>
                  </a:lnTo>
                  <a:lnTo>
                    <a:pt x="233501" y="1096794"/>
                  </a:lnTo>
                  <a:lnTo>
                    <a:pt x="274456" y="1086842"/>
                  </a:lnTo>
                  <a:close/>
                  <a:moveTo>
                    <a:pt x="691166" y="1081917"/>
                  </a:moveTo>
                  <a:cubicBezTo>
                    <a:pt x="686005" y="1082970"/>
                    <a:pt x="680596" y="1084918"/>
                    <a:pt x="677191" y="1087044"/>
                  </a:cubicBezTo>
                  <a:cubicBezTo>
                    <a:pt x="660788" y="1097408"/>
                    <a:pt x="646181" y="1105351"/>
                    <a:pt x="632391" y="1110922"/>
                  </a:cubicBezTo>
                  <a:cubicBezTo>
                    <a:pt x="646181" y="1105351"/>
                    <a:pt x="660789" y="1097408"/>
                    <a:pt x="677192" y="1087044"/>
                  </a:cubicBezTo>
                  <a:close/>
                  <a:moveTo>
                    <a:pt x="428044" y="1067823"/>
                  </a:moveTo>
                  <a:cubicBezTo>
                    <a:pt x="446919" y="1068326"/>
                    <a:pt x="465868" y="1068118"/>
                    <a:pt x="479634" y="1077452"/>
                  </a:cubicBezTo>
                  <a:cubicBezTo>
                    <a:pt x="465869" y="1068118"/>
                    <a:pt x="446919" y="1068326"/>
                    <a:pt x="428044" y="1067823"/>
                  </a:cubicBezTo>
                  <a:close/>
                  <a:moveTo>
                    <a:pt x="7445292" y="757632"/>
                  </a:moveTo>
                  <a:cubicBezTo>
                    <a:pt x="7451720" y="761638"/>
                    <a:pt x="7458880" y="765687"/>
                    <a:pt x="7466390" y="768915"/>
                  </a:cubicBezTo>
                  <a:lnTo>
                    <a:pt x="7474827" y="771226"/>
                  </a:lnTo>
                  <a:lnTo>
                    <a:pt x="7466391" y="768915"/>
                  </a:lnTo>
                  <a:cubicBezTo>
                    <a:pt x="7458880" y="765687"/>
                    <a:pt x="7451720" y="761638"/>
                    <a:pt x="7445292" y="757632"/>
                  </a:cubicBezTo>
                  <a:close/>
                  <a:moveTo>
                    <a:pt x="0" y="0"/>
                  </a:moveTo>
                  <a:lnTo>
                    <a:pt x="9637211" y="0"/>
                  </a:lnTo>
                  <a:lnTo>
                    <a:pt x="9583319" y="32146"/>
                  </a:lnTo>
                  <a:cubicBezTo>
                    <a:pt x="9545773" y="53573"/>
                    <a:pt x="9512012" y="76700"/>
                    <a:pt x="9493665" y="112426"/>
                  </a:cubicBezTo>
                  <a:cubicBezTo>
                    <a:pt x="9485465" y="128200"/>
                    <a:pt x="9473638" y="145563"/>
                    <a:pt x="9457156" y="155303"/>
                  </a:cubicBezTo>
                  <a:cubicBezTo>
                    <a:pt x="9433664" y="169148"/>
                    <a:pt x="9403364" y="175160"/>
                    <a:pt x="9377643" y="187228"/>
                  </a:cubicBezTo>
                  <a:cubicBezTo>
                    <a:pt x="9347347" y="201400"/>
                    <a:pt x="9312111" y="214085"/>
                    <a:pt x="9292088" y="235295"/>
                  </a:cubicBezTo>
                  <a:cubicBezTo>
                    <a:pt x="9274297" y="254202"/>
                    <a:pt x="9256121" y="269202"/>
                    <a:pt x="9231985" y="281821"/>
                  </a:cubicBezTo>
                  <a:cubicBezTo>
                    <a:pt x="9215069" y="290641"/>
                    <a:pt x="9202945" y="305820"/>
                    <a:pt x="9185378" y="313259"/>
                  </a:cubicBezTo>
                  <a:cubicBezTo>
                    <a:pt x="9162280" y="323162"/>
                    <a:pt x="9138896" y="331194"/>
                    <a:pt x="9118948" y="345810"/>
                  </a:cubicBezTo>
                  <a:cubicBezTo>
                    <a:pt x="9098245" y="360931"/>
                    <a:pt x="9074484" y="373219"/>
                    <a:pt x="9052763" y="387450"/>
                  </a:cubicBezTo>
                  <a:cubicBezTo>
                    <a:pt x="9041247" y="395066"/>
                    <a:pt x="9031971" y="404773"/>
                    <a:pt x="9020858" y="412686"/>
                  </a:cubicBezTo>
                  <a:cubicBezTo>
                    <a:pt x="9000514" y="427162"/>
                    <a:pt x="8979766" y="441345"/>
                    <a:pt x="8958799" y="455068"/>
                  </a:cubicBezTo>
                  <a:cubicBezTo>
                    <a:pt x="8937836" y="468792"/>
                    <a:pt x="8917940" y="484502"/>
                    <a:pt x="8894669" y="494884"/>
                  </a:cubicBezTo>
                  <a:cubicBezTo>
                    <a:pt x="8854995" y="512490"/>
                    <a:pt x="8811321" y="524012"/>
                    <a:pt x="8772871" y="542815"/>
                  </a:cubicBezTo>
                  <a:cubicBezTo>
                    <a:pt x="8733852" y="561958"/>
                    <a:pt x="8697379" y="585375"/>
                    <a:pt x="8663102" y="609939"/>
                  </a:cubicBezTo>
                  <a:cubicBezTo>
                    <a:pt x="8635978" y="629295"/>
                    <a:pt x="8610598" y="648411"/>
                    <a:pt x="8575858" y="659344"/>
                  </a:cubicBezTo>
                  <a:cubicBezTo>
                    <a:pt x="8556476" y="665459"/>
                    <a:pt x="8536416" y="677725"/>
                    <a:pt x="8525191" y="691449"/>
                  </a:cubicBezTo>
                  <a:cubicBezTo>
                    <a:pt x="8500912" y="721337"/>
                    <a:pt x="8469036" y="743120"/>
                    <a:pt x="8432740" y="762134"/>
                  </a:cubicBezTo>
                  <a:cubicBezTo>
                    <a:pt x="8384287" y="787695"/>
                    <a:pt x="8336442" y="813700"/>
                    <a:pt x="8287775" y="838802"/>
                  </a:cubicBezTo>
                  <a:cubicBezTo>
                    <a:pt x="8259073" y="853684"/>
                    <a:pt x="8230604" y="869336"/>
                    <a:pt x="8199975" y="880700"/>
                  </a:cubicBezTo>
                  <a:cubicBezTo>
                    <a:pt x="8137395" y="904120"/>
                    <a:pt x="8073115" y="924637"/>
                    <a:pt x="8009879" y="946676"/>
                  </a:cubicBezTo>
                  <a:cubicBezTo>
                    <a:pt x="7989181" y="953793"/>
                    <a:pt x="7969777" y="963518"/>
                    <a:pt x="7948650" y="969872"/>
                  </a:cubicBezTo>
                  <a:cubicBezTo>
                    <a:pt x="7925797" y="976781"/>
                    <a:pt x="7901001" y="979703"/>
                    <a:pt x="7878149" y="986611"/>
                  </a:cubicBezTo>
                  <a:cubicBezTo>
                    <a:pt x="7840120" y="998017"/>
                    <a:pt x="7803387" y="1012030"/>
                    <a:pt x="7765368" y="1023592"/>
                  </a:cubicBezTo>
                  <a:cubicBezTo>
                    <a:pt x="7692011" y="1045805"/>
                    <a:pt x="7618421" y="1067243"/>
                    <a:pt x="7544827" y="1088525"/>
                  </a:cubicBezTo>
                  <a:cubicBezTo>
                    <a:pt x="7529069" y="1093051"/>
                    <a:pt x="7511791" y="1094355"/>
                    <a:pt x="7496243" y="1099185"/>
                  </a:cubicBezTo>
                  <a:cubicBezTo>
                    <a:pt x="7454978" y="1112160"/>
                    <a:pt x="7413953" y="1126064"/>
                    <a:pt x="7373131" y="1140118"/>
                  </a:cubicBezTo>
                  <a:cubicBezTo>
                    <a:pt x="7348411" y="1148686"/>
                    <a:pt x="7324355" y="1158947"/>
                    <a:pt x="7299425" y="1167211"/>
                  </a:cubicBezTo>
                  <a:cubicBezTo>
                    <a:pt x="7279481" y="1173822"/>
                    <a:pt x="7258894" y="1179208"/>
                    <a:pt x="7238066" y="1183666"/>
                  </a:cubicBezTo>
                  <a:cubicBezTo>
                    <a:pt x="7220132" y="1187513"/>
                    <a:pt x="7201262" y="1188107"/>
                    <a:pt x="7183552" y="1192571"/>
                  </a:cubicBezTo>
                  <a:cubicBezTo>
                    <a:pt x="7135617" y="1204612"/>
                    <a:pt x="7088328" y="1217878"/>
                    <a:pt x="7040813" y="1230525"/>
                  </a:cubicBezTo>
                  <a:cubicBezTo>
                    <a:pt x="7021767" y="1235524"/>
                    <a:pt x="7002277" y="1239447"/>
                    <a:pt x="6983864" y="1245513"/>
                  </a:cubicBezTo>
                  <a:cubicBezTo>
                    <a:pt x="6934564" y="1261544"/>
                    <a:pt x="6886133" y="1279414"/>
                    <a:pt x="6836601" y="1294672"/>
                  </a:cubicBezTo>
                  <a:cubicBezTo>
                    <a:pt x="6795516" y="1307324"/>
                    <a:pt x="6753122" y="1317057"/>
                    <a:pt x="6711393" y="1328485"/>
                  </a:cubicBezTo>
                  <a:cubicBezTo>
                    <a:pt x="6693705" y="1333419"/>
                    <a:pt x="6676878" y="1340036"/>
                    <a:pt x="6659164" y="1344343"/>
                  </a:cubicBezTo>
                  <a:cubicBezTo>
                    <a:pt x="6619497" y="1354102"/>
                    <a:pt x="6579188" y="1362635"/>
                    <a:pt x="6539327" y="1372405"/>
                  </a:cubicBezTo>
                  <a:cubicBezTo>
                    <a:pt x="6516609" y="1378051"/>
                    <a:pt x="6494842" y="1387262"/>
                    <a:pt x="6471659" y="1391362"/>
                  </a:cubicBezTo>
                  <a:cubicBezTo>
                    <a:pt x="6416600" y="1401077"/>
                    <a:pt x="6361053" y="1408777"/>
                    <a:pt x="6305536" y="1417103"/>
                  </a:cubicBezTo>
                  <a:cubicBezTo>
                    <a:pt x="6248279" y="1425669"/>
                    <a:pt x="6191229" y="1434541"/>
                    <a:pt x="6133939" y="1442481"/>
                  </a:cubicBezTo>
                  <a:cubicBezTo>
                    <a:pt x="6102579" y="1446662"/>
                    <a:pt x="6070917" y="1448658"/>
                    <a:pt x="6039547" y="1452681"/>
                  </a:cubicBezTo>
                  <a:cubicBezTo>
                    <a:pt x="6012050" y="1456206"/>
                    <a:pt x="5984839" y="1461597"/>
                    <a:pt x="5957366" y="1465590"/>
                  </a:cubicBezTo>
                  <a:cubicBezTo>
                    <a:pt x="5933562" y="1468934"/>
                    <a:pt x="5909518" y="1471349"/>
                    <a:pt x="5885715" y="1474694"/>
                  </a:cubicBezTo>
                  <a:cubicBezTo>
                    <a:pt x="5847596" y="1480140"/>
                    <a:pt x="5809691" y="1486048"/>
                    <a:pt x="5771774" y="1491643"/>
                  </a:cubicBezTo>
                  <a:cubicBezTo>
                    <a:pt x="5755903" y="1493820"/>
                    <a:pt x="5739373" y="1498540"/>
                    <a:pt x="5724294" y="1496914"/>
                  </a:cubicBezTo>
                  <a:cubicBezTo>
                    <a:pt x="5686295" y="1492781"/>
                    <a:pt x="5649250" y="1496294"/>
                    <a:pt x="5611931" y="1502173"/>
                  </a:cubicBezTo>
                  <a:cubicBezTo>
                    <a:pt x="5599171" y="1504201"/>
                    <a:pt x="5585354" y="1504553"/>
                    <a:pt x="5572785" y="1502492"/>
                  </a:cubicBezTo>
                  <a:cubicBezTo>
                    <a:pt x="5547064" y="1498394"/>
                    <a:pt x="5522015" y="1492069"/>
                    <a:pt x="5496622" y="1486703"/>
                  </a:cubicBezTo>
                  <a:cubicBezTo>
                    <a:pt x="5493862" y="1486051"/>
                    <a:pt x="5490551" y="1486053"/>
                    <a:pt x="5487614" y="1485725"/>
                  </a:cubicBezTo>
                  <a:cubicBezTo>
                    <a:pt x="5470960" y="1483859"/>
                    <a:pt x="5454506" y="1481984"/>
                    <a:pt x="5437869" y="1480432"/>
                  </a:cubicBezTo>
                  <a:cubicBezTo>
                    <a:pt x="5428868" y="1479610"/>
                    <a:pt x="5419725" y="1479895"/>
                    <a:pt x="5410729" y="1479229"/>
                  </a:cubicBezTo>
                  <a:cubicBezTo>
                    <a:pt x="5375917" y="1476513"/>
                    <a:pt x="5338174" y="1485709"/>
                    <a:pt x="5307325" y="1468207"/>
                  </a:cubicBezTo>
                  <a:cubicBezTo>
                    <a:pt x="5287297" y="1456930"/>
                    <a:pt x="5268577" y="1460658"/>
                    <a:pt x="5247871" y="1463540"/>
                  </a:cubicBezTo>
                  <a:cubicBezTo>
                    <a:pt x="5232193" y="1465707"/>
                    <a:pt x="5216035" y="1466016"/>
                    <a:pt x="5200105" y="1466942"/>
                  </a:cubicBezTo>
                  <a:cubicBezTo>
                    <a:pt x="5172135" y="1468759"/>
                    <a:pt x="5144152" y="1470266"/>
                    <a:pt x="5116199" y="1472398"/>
                  </a:cubicBezTo>
                  <a:cubicBezTo>
                    <a:pt x="5107270" y="1473142"/>
                    <a:pt x="5098326" y="1477498"/>
                    <a:pt x="5089547" y="1477294"/>
                  </a:cubicBezTo>
                  <a:cubicBezTo>
                    <a:pt x="5048970" y="1476267"/>
                    <a:pt x="5008312" y="1473519"/>
                    <a:pt x="4967752" y="1472806"/>
                  </a:cubicBezTo>
                  <a:cubicBezTo>
                    <a:pt x="4944740" y="1472347"/>
                    <a:pt x="4921363" y="1476454"/>
                    <a:pt x="4898514" y="1475359"/>
                  </a:cubicBezTo>
                  <a:cubicBezTo>
                    <a:pt x="4872154" y="1474119"/>
                    <a:pt x="4846185" y="1468937"/>
                    <a:pt x="4819948" y="1466277"/>
                  </a:cubicBezTo>
                  <a:cubicBezTo>
                    <a:pt x="4812704" y="1465529"/>
                    <a:pt x="4804802" y="1467322"/>
                    <a:pt x="4797235" y="1467999"/>
                  </a:cubicBezTo>
                  <a:cubicBezTo>
                    <a:pt x="4788699" y="1468726"/>
                    <a:pt x="4780369" y="1469755"/>
                    <a:pt x="4771823" y="1470324"/>
                  </a:cubicBezTo>
                  <a:cubicBezTo>
                    <a:pt x="4745790" y="1471894"/>
                    <a:pt x="4719721" y="1472679"/>
                    <a:pt x="4693726" y="1475031"/>
                  </a:cubicBezTo>
                  <a:cubicBezTo>
                    <a:pt x="4677818" y="1476425"/>
                    <a:pt x="4661410" y="1483651"/>
                    <a:pt x="4646522" y="1482013"/>
                  </a:cubicBezTo>
                  <a:cubicBezTo>
                    <a:pt x="4616175" y="1478927"/>
                    <a:pt x="4586536" y="1490556"/>
                    <a:pt x="4556001" y="1483554"/>
                  </a:cubicBezTo>
                  <a:cubicBezTo>
                    <a:pt x="4546547" y="1481499"/>
                    <a:pt x="4534022" y="1488380"/>
                    <a:pt x="4522761" y="1489236"/>
                  </a:cubicBezTo>
                  <a:cubicBezTo>
                    <a:pt x="4494612" y="1491377"/>
                    <a:pt x="4466422" y="1492580"/>
                    <a:pt x="4438228" y="1493782"/>
                  </a:cubicBezTo>
                  <a:cubicBezTo>
                    <a:pt x="4412951" y="1494844"/>
                    <a:pt x="4386813" y="1498301"/>
                    <a:pt x="4362305" y="1495088"/>
                  </a:cubicBezTo>
                  <a:cubicBezTo>
                    <a:pt x="4336613" y="1491619"/>
                    <a:pt x="4313708" y="1493351"/>
                    <a:pt x="4289278" y="1499864"/>
                  </a:cubicBezTo>
                  <a:cubicBezTo>
                    <a:pt x="4272539" y="1504281"/>
                    <a:pt x="4254677" y="1505613"/>
                    <a:pt x="4237236" y="1507551"/>
                  </a:cubicBezTo>
                  <a:cubicBezTo>
                    <a:pt x="4218443" y="1509712"/>
                    <a:pt x="4197483" y="1507428"/>
                    <a:pt x="4180626" y="1513420"/>
                  </a:cubicBezTo>
                  <a:cubicBezTo>
                    <a:pt x="4130437" y="1531219"/>
                    <a:pt x="4078308" y="1537027"/>
                    <a:pt x="4025047" y="1539594"/>
                  </a:cubicBezTo>
                  <a:cubicBezTo>
                    <a:pt x="4015328" y="1540063"/>
                    <a:pt x="4005307" y="1538350"/>
                    <a:pt x="3995866" y="1536451"/>
                  </a:cubicBezTo>
                  <a:cubicBezTo>
                    <a:pt x="3940757" y="1524983"/>
                    <a:pt x="3886195" y="1528868"/>
                    <a:pt x="3831212" y="1540151"/>
                  </a:cubicBezTo>
                  <a:cubicBezTo>
                    <a:pt x="3819833" y="1542583"/>
                    <a:pt x="3807019" y="1543514"/>
                    <a:pt x="3795461" y="1542189"/>
                  </a:cubicBezTo>
                  <a:cubicBezTo>
                    <a:pt x="3762927" y="1538264"/>
                    <a:pt x="3731194" y="1530691"/>
                    <a:pt x="3698543" y="1528342"/>
                  </a:cubicBezTo>
                  <a:cubicBezTo>
                    <a:pt x="3644585" y="1524508"/>
                    <a:pt x="3599168" y="1548354"/>
                    <a:pt x="3551836" y="1564762"/>
                  </a:cubicBezTo>
                  <a:cubicBezTo>
                    <a:pt x="3506795" y="1580273"/>
                    <a:pt x="3469370" y="1612209"/>
                    <a:pt x="3415003" y="1608081"/>
                  </a:cubicBezTo>
                  <a:cubicBezTo>
                    <a:pt x="3409532" y="1607717"/>
                    <a:pt x="3403709" y="1612236"/>
                    <a:pt x="3397737" y="1613622"/>
                  </a:cubicBezTo>
                  <a:cubicBezTo>
                    <a:pt x="3381358" y="1617394"/>
                    <a:pt x="3365010" y="1621790"/>
                    <a:pt x="3348360" y="1624007"/>
                  </a:cubicBezTo>
                  <a:cubicBezTo>
                    <a:pt x="3328041" y="1626870"/>
                    <a:pt x="3307211" y="1627247"/>
                    <a:pt x="3286876" y="1629796"/>
                  </a:cubicBezTo>
                  <a:cubicBezTo>
                    <a:pt x="3273801" y="1631368"/>
                    <a:pt x="3260860" y="1633717"/>
                    <a:pt x="3247932" y="1635832"/>
                  </a:cubicBezTo>
                  <a:lnTo>
                    <a:pt x="3244999" y="1636180"/>
                  </a:lnTo>
                  <a:lnTo>
                    <a:pt x="3184484" y="1639097"/>
                  </a:lnTo>
                  <a:lnTo>
                    <a:pt x="3177540" y="1638715"/>
                  </a:lnTo>
                  <a:cubicBezTo>
                    <a:pt x="3167030" y="1637417"/>
                    <a:pt x="3156526" y="1635766"/>
                    <a:pt x="3146060" y="1634857"/>
                  </a:cubicBezTo>
                  <a:cubicBezTo>
                    <a:pt x="3116518" y="1632358"/>
                    <a:pt x="3084302" y="1635010"/>
                    <a:pt x="3057965" y="1626236"/>
                  </a:cubicBezTo>
                  <a:cubicBezTo>
                    <a:pt x="3029852" y="1616919"/>
                    <a:pt x="3003375" y="1613330"/>
                    <a:pt x="2974961" y="1617995"/>
                  </a:cubicBezTo>
                  <a:cubicBezTo>
                    <a:pt x="2965488" y="1619550"/>
                    <a:pt x="2953558" y="1626717"/>
                    <a:pt x="2949608" y="1633655"/>
                  </a:cubicBezTo>
                  <a:cubicBezTo>
                    <a:pt x="2940805" y="1649145"/>
                    <a:pt x="2927912" y="1652436"/>
                    <a:pt x="2909973" y="1648121"/>
                  </a:cubicBezTo>
                  <a:cubicBezTo>
                    <a:pt x="2894404" y="1644476"/>
                    <a:pt x="2875446" y="1643195"/>
                    <a:pt x="2864542" y="1635245"/>
                  </a:cubicBezTo>
                  <a:cubicBezTo>
                    <a:pt x="2833644" y="1612724"/>
                    <a:pt x="2795701" y="1613769"/>
                    <a:pt x="2758460" y="1609130"/>
                  </a:cubicBezTo>
                  <a:cubicBezTo>
                    <a:pt x="2735725" y="1606301"/>
                    <a:pt x="2714721" y="1607157"/>
                    <a:pt x="2692301" y="1610905"/>
                  </a:cubicBezTo>
                  <a:cubicBezTo>
                    <a:pt x="2643606" y="1619217"/>
                    <a:pt x="2595572" y="1613057"/>
                    <a:pt x="2548009" y="1604522"/>
                  </a:cubicBezTo>
                  <a:cubicBezTo>
                    <a:pt x="2516561" y="1598820"/>
                    <a:pt x="2484471" y="1595972"/>
                    <a:pt x="2453210" y="1590103"/>
                  </a:cubicBezTo>
                  <a:cubicBezTo>
                    <a:pt x="2429807" y="1585581"/>
                    <a:pt x="2406352" y="1579963"/>
                    <a:pt x="2384726" y="1571904"/>
                  </a:cubicBezTo>
                  <a:cubicBezTo>
                    <a:pt x="2353369" y="1560075"/>
                    <a:pt x="2325581" y="1541326"/>
                    <a:pt x="2286765" y="1548534"/>
                  </a:cubicBezTo>
                  <a:cubicBezTo>
                    <a:pt x="2252584" y="1554889"/>
                    <a:pt x="2221009" y="1546526"/>
                    <a:pt x="2189064" y="1538649"/>
                  </a:cubicBezTo>
                  <a:cubicBezTo>
                    <a:pt x="2165600" y="1532875"/>
                    <a:pt x="2142133" y="1526942"/>
                    <a:pt x="2118010" y="1523712"/>
                  </a:cubicBezTo>
                  <a:cubicBezTo>
                    <a:pt x="2089379" y="1519913"/>
                    <a:pt x="2057412" y="1523652"/>
                    <a:pt x="2031682" y="1515318"/>
                  </a:cubicBezTo>
                  <a:cubicBezTo>
                    <a:pt x="2004761" y="1506572"/>
                    <a:pt x="1983123" y="1514364"/>
                    <a:pt x="1959737" y="1518317"/>
                  </a:cubicBezTo>
                  <a:cubicBezTo>
                    <a:pt x="1922433" y="1524509"/>
                    <a:pt x="1885501" y="1534450"/>
                    <a:pt x="1847100" y="1525944"/>
                  </a:cubicBezTo>
                  <a:cubicBezTo>
                    <a:pt x="1800428" y="1515638"/>
                    <a:pt x="1754098" y="1504375"/>
                    <a:pt x="1707262" y="1494706"/>
                  </a:cubicBezTo>
                  <a:cubicBezTo>
                    <a:pt x="1689158" y="1491026"/>
                    <a:pt x="1669827" y="1490075"/>
                    <a:pt x="1651067" y="1488939"/>
                  </a:cubicBezTo>
                  <a:cubicBezTo>
                    <a:pt x="1633296" y="1488069"/>
                    <a:pt x="1612320" y="1493475"/>
                    <a:pt x="1598392" y="1487556"/>
                  </a:cubicBezTo>
                  <a:cubicBezTo>
                    <a:pt x="1562588" y="1472333"/>
                    <a:pt x="1526230" y="1465768"/>
                    <a:pt x="1485796" y="1467717"/>
                  </a:cubicBezTo>
                  <a:cubicBezTo>
                    <a:pt x="1470633" y="1468448"/>
                    <a:pt x="1455519" y="1462113"/>
                    <a:pt x="1440105" y="1461600"/>
                  </a:cubicBezTo>
                  <a:cubicBezTo>
                    <a:pt x="1419033" y="1461047"/>
                    <a:pt x="1394726" y="1457982"/>
                    <a:pt x="1376742" y="1464813"/>
                  </a:cubicBezTo>
                  <a:cubicBezTo>
                    <a:pt x="1334463" y="1480976"/>
                    <a:pt x="1299105" y="1470908"/>
                    <a:pt x="1260914" y="1458783"/>
                  </a:cubicBezTo>
                  <a:cubicBezTo>
                    <a:pt x="1223316" y="1446785"/>
                    <a:pt x="1183912" y="1437700"/>
                    <a:pt x="1144209" y="1430510"/>
                  </a:cubicBezTo>
                  <a:cubicBezTo>
                    <a:pt x="1129277" y="1427934"/>
                    <a:pt x="1111855" y="1434268"/>
                    <a:pt x="1095577" y="1436151"/>
                  </a:cubicBezTo>
                  <a:cubicBezTo>
                    <a:pt x="1089760" y="1436745"/>
                    <a:pt x="1083367" y="1437525"/>
                    <a:pt x="1078045" y="1436212"/>
                  </a:cubicBezTo>
                  <a:cubicBezTo>
                    <a:pt x="1026587" y="1423625"/>
                    <a:pt x="974523" y="1414679"/>
                    <a:pt x="919891" y="1425160"/>
                  </a:cubicBezTo>
                  <a:cubicBezTo>
                    <a:pt x="914876" y="1426187"/>
                    <a:pt x="909153" y="1424736"/>
                    <a:pt x="904047" y="1423883"/>
                  </a:cubicBezTo>
                  <a:cubicBezTo>
                    <a:pt x="879088" y="1419436"/>
                    <a:pt x="854553" y="1411675"/>
                    <a:pt x="829382" y="1410847"/>
                  </a:cubicBezTo>
                  <a:cubicBezTo>
                    <a:pt x="767326" y="1408817"/>
                    <a:pt x="705028" y="1409779"/>
                    <a:pt x="642661" y="1409490"/>
                  </a:cubicBezTo>
                  <a:cubicBezTo>
                    <a:pt x="638766" y="1409522"/>
                    <a:pt x="634684" y="1409719"/>
                    <a:pt x="631134" y="1408791"/>
                  </a:cubicBezTo>
                  <a:cubicBezTo>
                    <a:pt x="607871" y="1403163"/>
                    <a:pt x="587956" y="1406321"/>
                    <a:pt x="569136" y="1420097"/>
                  </a:cubicBezTo>
                  <a:cubicBezTo>
                    <a:pt x="560854" y="1426146"/>
                    <a:pt x="549335" y="1429684"/>
                    <a:pt x="538796" y="1433330"/>
                  </a:cubicBezTo>
                  <a:cubicBezTo>
                    <a:pt x="523276" y="1438787"/>
                    <a:pt x="507362" y="1444105"/>
                    <a:pt x="491177" y="1447867"/>
                  </a:cubicBezTo>
                  <a:cubicBezTo>
                    <a:pt x="475178" y="1451464"/>
                    <a:pt x="458068" y="1456211"/>
                    <a:pt x="442411" y="1454770"/>
                  </a:cubicBezTo>
                  <a:cubicBezTo>
                    <a:pt x="414232" y="1452205"/>
                    <a:pt x="387176" y="1444721"/>
                    <a:pt x="359296" y="1440257"/>
                  </a:cubicBezTo>
                  <a:cubicBezTo>
                    <a:pt x="349673" y="1438680"/>
                    <a:pt x="339191" y="1439501"/>
                    <a:pt x="329271" y="1439821"/>
                  </a:cubicBezTo>
                  <a:cubicBezTo>
                    <a:pt x="306503" y="1440449"/>
                    <a:pt x="283397" y="1446114"/>
                    <a:pt x="262167" y="1434111"/>
                  </a:cubicBezTo>
                  <a:cubicBezTo>
                    <a:pt x="242530" y="1422816"/>
                    <a:pt x="223456" y="1427345"/>
                    <a:pt x="203882" y="1437548"/>
                  </a:cubicBezTo>
                  <a:cubicBezTo>
                    <a:pt x="189813" y="1444818"/>
                    <a:pt x="173736" y="1450772"/>
                    <a:pt x="157723" y="1454055"/>
                  </a:cubicBezTo>
                  <a:cubicBezTo>
                    <a:pt x="135728" y="1458567"/>
                    <a:pt x="113832" y="1461037"/>
                    <a:pt x="89823" y="1460153"/>
                  </a:cubicBezTo>
                  <a:cubicBezTo>
                    <a:pt x="72843" y="1459559"/>
                    <a:pt x="59011" y="1459598"/>
                    <a:pt x="45393" y="1451938"/>
                  </a:cubicBezTo>
                  <a:cubicBezTo>
                    <a:pt x="43196" y="1450788"/>
                    <a:pt x="39293" y="1450662"/>
                    <a:pt x="36385" y="1450960"/>
                  </a:cubicBezTo>
                  <a:lnTo>
                    <a:pt x="0" y="1452514"/>
                  </a:lnTo>
                  <a:close/>
                </a:path>
              </a:pathLst>
            </a:custGeom>
            <a:solidFill>
              <a:schemeClr val="bg1">
                <a:alpha val="14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1EABE02-705D-4B3A-B7DF-634641E1D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1"/>
            <a:ext cx="9739305" cy="1775939"/>
            <a:chOff x="1" y="1"/>
            <a:chExt cx="9739305" cy="177593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8C4F13C-93EF-478B-A270-CF799F866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739305" cy="1775939"/>
            </a:xfrm>
            <a:custGeom>
              <a:avLst/>
              <a:gdLst>
                <a:gd name="connsiteX0" fmla="*/ 9506323 w 9739305"/>
                <a:gd name="connsiteY0" fmla="*/ 0 h 1775939"/>
                <a:gd name="connsiteX1" fmla="*/ 9739305 w 9739305"/>
                <a:gd name="connsiteY1" fmla="*/ 0 h 1775939"/>
                <a:gd name="connsiteX2" fmla="*/ 9721016 w 9739305"/>
                <a:gd name="connsiteY2" fmla="*/ 12453 h 1775939"/>
                <a:gd name="connsiteX3" fmla="*/ 9619776 w 9739305"/>
                <a:gd name="connsiteY3" fmla="*/ 90780 h 1775939"/>
                <a:gd name="connsiteX4" fmla="*/ 9506710 w 9739305"/>
                <a:gd name="connsiteY4" fmla="*/ 158222 h 1775939"/>
                <a:gd name="connsiteX5" fmla="*/ 9417057 w 9739305"/>
                <a:gd name="connsiteY5" fmla="*/ 238502 h 1775939"/>
                <a:gd name="connsiteX6" fmla="*/ 9380548 w 9739305"/>
                <a:gd name="connsiteY6" fmla="*/ 281379 h 1775939"/>
                <a:gd name="connsiteX7" fmla="*/ 9301035 w 9739305"/>
                <a:gd name="connsiteY7" fmla="*/ 313304 h 1775939"/>
                <a:gd name="connsiteX8" fmla="*/ 9215480 w 9739305"/>
                <a:gd name="connsiteY8" fmla="*/ 361372 h 1775939"/>
                <a:gd name="connsiteX9" fmla="*/ 9155376 w 9739305"/>
                <a:gd name="connsiteY9" fmla="*/ 407897 h 1775939"/>
                <a:gd name="connsiteX10" fmla="*/ 9108770 w 9739305"/>
                <a:gd name="connsiteY10" fmla="*/ 439335 h 1775939"/>
                <a:gd name="connsiteX11" fmla="*/ 9042339 w 9739305"/>
                <a:gd name="connsiteY11" fmla="*/ 471886 h 1775939"/>
                <a:gd name="connsiteX12" fmla="*/ 8976155 w 9739305"/>
                <a:gd name="connsiteY12" fmla="*/ 513526 h 1775939"/>
                <a:gd name="connsiteX13" fmla="*/ 8944250 w 9739305"/>
                <a:gd name="connsiteY13" fmla="*/ 538762 h 1775939"/>
                <a:gd name="connsiteX14" fmla="*/ 8882191 w 9739305"/>
                <a:gd name="connsiteY14" fmla="*/ 581144 h 1775939"/>
                <a:gd name="connsiteX15" fmla="*/ 8818061 w 9739305"/>
                <a:gd name="connsiteY15" fmla="*/ 620960 h 1775939"/>
                <a:gd name="connsiteX16" fmla="*/ 8696263 w 9739305"/>
                <a:gd name="connsiteY16" fmla="*/ 668892 h 1775939"/>
                <a:gd name="connsiteX17" fmla="*/ 8586493 w 9739305"/>
                <a:gd name="connsiteY17" fmla="*/ 736016 h 1775939"/>
                <a:gd name="connsiteX18" fmla="*/ 8499250 w 9739305"/>
                <a:gd name="connsiteY18" fmla="*/ 785420 h 1775939"/>
                <a:gd name="connsiteX19" fmla="*/ 8448581 w 9739305"/>
                <a:gd name="connsiteY19" fmla="*/ 817525 h 1775939"/>
                <a:gd name="connsiteX20" fmla="*/ 8356131 w 9739305"/>
                <a:gd name="connsiteY20" fmla="*/ 888209 h 1775939"/>
                <a:gd name="connsiteX21" fmla="*/ 8211166 w 9739305"/>
                <a:gd name="connsiteY21" fmla="*/ 964878 h 1775939"/>
                <a:gd name="connsiteX22" fmla="*/ 8123367 w 9739305"/>
                <a:gd name="connsiteY22" fmla="*/ 1006776 h 1775939"/>
                <a:gd name="connsiteX23" fmla="*/ 7933271 w 9739305"/>
                <a:gd name="connsiteY23" fmla="*/ 1072752 h 1775939"/>
                <a:gd name="connsiteX24" fmla="*/ 7872042 w 9739305"/>
                <a:gd name="connsiteY24" fmla="*/ 1095949 h 1775939"/>
                <a:gd name="connsiteX25" fmla="*/ 7801540 w 9739305"/>
                <a:gd name="connsiteY25" fmla="*/ 1112687 h 1775939"/>
                <a:gd name="connsiteX26" fmla="*/ 7688760 w 9739305"/>
                <a:gd name="connsiteY26" fmla="*/ 1149668 h 1775939"/>
                <a:gd name="connsiteX27" fmla="*/ 7468219 w 9739305"/>
                <a:gd name="connsiteY27" fmla="*/ 1214601 h 1775939"/>
                <a:gd name="connsiteX28" fmla="*/ 7419634 w 9739305"/>
                <a:gd name="connsiteY28" fmla="*/ 1225261 h 1775939"/>
                <a:gd name="connsiteX29" fmla="*/ 7296522 w 9739305"/>
                <a:gd name="connsiteY29" fmla="*/ 1266193 h 1775939"/>
                <a:gd name="connsiteX30" fmla="*/ 7222817 w 9739305"/>
                <a:gd name="connsiteY30" fmla="*/ 1293286 h 1775939"/>
                <a:gd name="connsiteX31" fmla="*/ 7161457 w 9739305"/>
                <a:gd name="connsiteY31" fmla="*/ 1309742 h 1775939"/>
                <a:gd name="connsiteX32" fmla="*/ 7106944 w 9739305"/>
                <a:gd name="connsiteY32" fmla="*/ 1318647 h 1775939"/>
                <a:gd name="connsiteX33" fmla="*/ 6964204 w 9739305"/>
                <a:gd name="connsiteY33" fmla="*/ 1356601 h 1775939"/>
                <a:gd name="connsiteX34" fmla="*/ 6907255 w 9739305"/>
                <a:gd name="connsiteY34" fmla="*/ 1371589 h 1775939"/>
                <a:gd name="connsiteX35" fmla="*/ 6759991 w 9739305"/>
                <a:gd name="connsiteY35" fmla="*/ 1420747 h 1775939"/>
                <a:gd name="connsiteX36" fmla="*/ 6634783 w 9739305"/>
                <a:gd name="connsiteY36" fmla="*/ 1454562 h 1775939"/>
                <a:gd name="connsiteX37" fmla="*/ 6582555 w 9739305"/>
                <a:gd name="connsiteY37" fmla="*/ 1470418 h 1775939"/>
                <a:gd name="connsiteX38" fmla="*/ 6462719 w 9739305"/>
                <a:gd name="connsiteY38" fmla="*/ 1498482 h 1775939"/>
                <a:gd name="connsiteX39" fmla="*/ 6395050 w 9739305"/>
                <a:gd name="connsiteY39" fmla="*/ 1517437 h 1775939"/>
                <a:gd name="connsiteX40" fmla="*/ 6228927 w 9739305"/>
                <a:gd name="connsiteY40" fmla="*/ 1543179 h 1775939"/>
                <a:gd name="connsiteX41" fmla="*/ 6057331 w 9739305"/>
                <a:gd name="connsiteY41" fmla="*/ 1568558 h 1775939"/>
                <a:gd name="connsiteX42" fmla="*/ 5962939 w 9739305"/>
                <a:gd name="connsiteY42" fmla="*/ 1578758 h 1775939"/>
                <a:gd name="connsiteX43" fmla="*/ 5880756 w 9739305"/>
                <a:gd name="connsiteY43" fmla="*/ 1591666 h 1775939"/>
                <a:gd name="connsiteX44" fmla="*/ 5809105 w 9739305"/>
                <a:gd name="connsiteY44" fmla="*/ 1600770 h 1775939"/>
                <a:gd name="connsiteX45" fmla="*/ 5695165 w 9739305"/>
                <a:gd name="connsiteY45" fmla="*/ 1617719 h 1775939"/>
                <a:gd name="connsiteX46" fmla="*/ 5647685 w 9739305"/>
                <a:gd name="connsiteY46" fmla="*/ 1622990 h 1775939"/>
                <a:gd name="connsiteX47" fmla="*/ 5535323 w 9739305"/>
                <a:gd name="connsiteY47" fmla="*/ 1628248 h 1775939"/>
                <a:gd name="connsiteX48" fmla="*/ 5496177 w 9739305"/>
                <a:gd name="connsiteY48" fmla="*/ 1628567 h 1775939"/>
                <a:gd name="connsiteX49" fmla="*/ 5420013 w 9739305"/>
                <a:gd name="connsiteY49" fmla="*/ 1612778 h 1775939"/>
                <a:gd name="connsiteX50" fmla="*/ 5411005 w 9739305"/>
                <a:gd name="connsiteY50" fmla="*/ 1611800 h 1775939"/>
                <a:gd name="connsiteX51" fmla="*/ 5361259 w 9739305"/>
                <a:gd name="connsiteY51" fmla="*/ 1606507 h 1775939"/>
                <a:gd name="connsiteX52" fmla="*/ 5334120 w 9739305"/>
                <a:gd name="connsiteY52" fmla="*/ 1605305 h 1775939"/>
                <a:gd name="connsiteX53" fmla="*/ 5230715 w 9739305"/>
                <a:gd name="connsiteY53" fmla="*/ 1594283 h 1775939"/>
                <a:gd name="connsiteX54" fmla="*/ 5171263 w 9739305"/>
                <a:gd name="connsiteY54" fmla="*/ 1589616 h 1775939"/>
                <a:gd name="connsiteX55" fmla="*/ 5123496 w 9739305"/>
                <a:gd name="connsiteY55" fmla="*/ 1593018 h 1775939"/>
                <a:gd name="connsiteX56" fmla="*/ 5039590 w 9739305"/>
                <a:gd name="connsiteY56" fmla="*/ 1598474 h 1775939"/>
                <a:gd name="connsiteX57" fmla="*/ 5012937 w 9739305"/>
                <a:gd name="connsiteY57" fmla="*/ 1603369 h 1775939"/>
                <a:gd name="connsiteX58" fmla="*/ 4891143 w 9739305"/>
                <a:gd name="connsiteY58" fmla="*/ 1598882 h 1775939"/>
                <a:gd name="connsiteX59" fmla="*/ 4821905 w 9739305"/>
                <a:gd name="connsiteY59" fmla="*/ 1601436 h 1775939"/>
                <a:gd name="connsiteX60" fmla="*/ 4743339 w 9739305"/>
                <a:gd name="connsiteY60" fmla="*/ 1592353 h 1775939"/>
                <a:gd name="connsiteX61" fmla="*/ 4720626 w 9739305"/>
                <a:gd name="connsiteY61" fmla="*/ 1594076 h 1775939"/>
                <a:gd name="connsiteX62" fmla="*/ 4695215 w 9739305"/>
                <a:gd name="connsiteY62" fmla="*/ 1596400 h 1775939"/>
                <a:gd name="connsiteX63" fmla="*/ 4617116 w 9739305"/>
                <a:gd name="connsiteY63" fmla="*/ 1601107 h 1775939"/>
                <a:gd name="connsiteX64" fmla="*/ 4569913 w 9739305"/>
                <a:gd name="connsiteY64" fmla="*/ 1608091 h 1775939"/>
                <a:gd name="connsiteX65" fmla="*/ 4479392 w 9739305"/>
                <a:gd name="connsiteY65" fmla="*/ 1609630 h 1775939"/>
                <a:gd name="connsiteX66" fmla="*/ 4446151 w 9739305"/>
                <a:gd name="connsiteY66" fmla="*/ 1615312 h 1775939"/>
                <a:gd name="connsiteX67" fmla="*/ 4361619 w 9739305"/>
                <a:gd name="connsiteY67" fmla="*/ 1619859 h 1775939"/>
                <a:gd name="connsiteX68" fmla="*/ 4285695 w 9739305"/>
                <a:gd name="connsiteY68" fmla="*/ 1621164 h 1775939"/>
                <a:gd name="connsiteX69" fmla="*/ 4212667 w 9739305"/>
                <a:gd name="connsiteY69" fmla="*/ 1625940 h 1775939"/>
                <a:gd name="connsiteX70" fmla="*/ 4160628 w 9739305"/>
                <a:gd name="connsiteY70" fmla="*/ 1633627 h 1775939"/>
                <a:gd name="connsiteX71" fmla="*/ 4104018 w 9739305"/>
                <a:gd name="connsiteY71" fmla="*/ 1639495 h 1775939"/>
                <a:gd name="connsiteX72" fmla="*/ 3948438 w 9739305"/>
                <a:gd name="connsiteY72" fmla="*/ 1665671 h 1775939"/>
                <a:gd name="connsiteX73" fmla="*/ 3919256 w 9739305"/>
                <a:gd name="connsiteY73" fmla="*/ 1662527 h 1775939"/>
                <a:gd name="connsiteX74" fmla="*/ 3754603 w 9739305"/>
                <a:gd name="connsiteY74" fmla="*/ 1666227 h 1775939"/>
                <a:gd name="connsiteX75" fmla="*/ 3718852 w 9739305"/>
                <a:gd name="connsiteY75" fmla="*/ 1668265 h 1775939"/>
                <a:gd name="connsiteX76" fmla="*/ 3621934 w 9739305"/>
                <a:gd name="connsiteY76" fmla="*/ 1654418 h 1775939"/>
                <a:gd name="connsiteX77" fmla="*/ 3475226 w 9739305"/>
                <a:gd name="connsiteY77" fmla="*/ 1690838 h 1775939"/>
                <a:gd name="connsiteX78" fmla="*/ 3338395 w 9739305"/>
                <a:gd name="connsiteY78" fmla="*/ 1734157 h 1775939"/>
                <a:gd name="connsiteX79" fmla="*/ 3321128 w 9739305"/>
                <a:gd name="connsiteY79" fmla="*/ 1739699 h 1775939"/>
                <a:gd name="connsiteX80" fmla="*/ 3271751 w 9739305"/>
                <a:gd name="connsiteY80" fmla="*/ 1750083 h 1775939"/>
                <a:gd name="connsiteX81" fmla="*/ 3210267 w 9739305"/>
                <a:gd name="connsiteY81" fmla="*/ 1755871 h 1775939"/>
                <a:gd name="connsiteX82" fmla="*/ 3132456 w 9739305"/>
                <a:gd name="connsiteY82" fmla="*/ 1766527 h 1775939"/>
                <a:gd name="connsiteX83" fmla="*/ 3069450 w 9739305"/>
                <a:gd name="connsiteY83" fmla="*/ 1760933 h 1775939"/>
                <a:gd name="connsiteX84" fmla="*/ 2981357 w 9739305"/>
                <a:gd name="connsiteY84" fmla="*/ 1752311 h 1775939"/>
                <a:gd name="connsiteX85" fmla="*/ 2898350 w 9739305"/>
                <a:gd name="connsiteY85" fmla="*/ 1744071 h 1775939"/>
                <a:gd name="connsiteX86" fmla="*/ 2872998 w 9739305"/>
                <a:gd name="connsiteY86" fmla="*/ 1759731 h 1775939"/>
                <a:gd name="connsiteX87" fmla="*/ 2833363 w 9739305"/>
                <a:gd name="connsiteY87" fmla="*/ 1774197 h 1775939"/>
                <a:gd name="connsiteX88" fmla="*/ 2787932 w 9739305"/>
                <a:gd name="connsiteY88" fmla="*/ 1761321 h 1775939"/>
                <a:gd name="connsiteX89" fmla="*/ 2681851 w 9739305"/>
                <a:gd name="connsiteY89" fmla="*/ 1735206 h 1775939"/>
                <a:gd name="connsiteX90" fmla="*/ 2615692 w 9739305"/>
                <a:gd name="connsiteY90" fmla="*/ 1736981 h 1775939"/>
                <a:gd name="connsiteX91" fmla="*/ 2471401 w 9739305"/>
                <a:gd name="connsiteY91" fmla="*/ 1730598 h 1775939"/>
                <a:gd name="connsiteX92" fmla="*/ 2376602 w 9739305"/>
                <a:gd name="connsiteY92" fmla="*/ 1716179 h 1775939"/>
                <a:gd name="connsiteX93" fmla="*/ 2308117 w 9739305"/>
                <a:gd name="connsiteY93" fmla="*/ 1697980 h 1775939"/>
                <a:gd name="connsiteX94" fmla="*/ 2210156 w 9739305"/>
                <a:gd name="connsiteY94" fmla="*/ 1674611 h 1775939"/>
                <a:gd name="connsiteX95" fmla="*/ 2112456 w 9739305"/>
                <a:gd name="connsiteY95" fmla="*/ 1664725 h 1775939"/>
                <a:gd name="connsiteX96" fmla="*/ 2041401 w 9739305"/>
                <a:gd name="connsiteY96" fmla="*/ 1649787 h 1775939"/>
                <a:gd name="connsiteX97" fmla="*/ 1955072 w 9739305"/>
                <a:gd name="connsiteY97" fmla="*/ 1641394 h 1775939"/>
                <a:gd name="connsiteX98" fmla="*/ 1883129 w 9739305"/>
                <a:gd name="connsiteY98" fmla="*/ 1644393 h 1775939"/>
                <a:gd name="connsiteX99" fmla="*/ 1770492 w 9739305"/>
                <a:gd name="connsiteY99" fmla="*/ 1652019 h 1775939"/>
                <a:gd name="connsiteX100" fmla="*/ 1630653 w 9739305"/>
                <a:gd name="connsiteY100" fmla="*/ 1620782 h 1775939"/>
                <a:gd name="connsiteX101" fmla="*/ 1574457 w 9739305"/>
                <a:gd name="connsiteY101" fmla="*/ 1615016 h 1775939"/>
                <a:gd name="connsiteX102" fmla="*/ 1521784 w 9739305"/>
                <a:gd name="connsiteY102" fmla="*/ 1613632 h 1775939"/>
                <a:gd name="connsiteX103" fmla="*/ 1409187 w 9739305"/>
                <a:gd name="connsiteY103" fmla="*/ 1593793 h 1775939"/>
                <a:gd name="connsiteX104" fmla="*/ 1363496 w 9739305"/>
                <a:gd name="connsiteY104" fmla="*/ 1587676 h 1775939"/>
                <a:gd name="connsiteX105" fmla="*/ 1300134 w 9739305"/>
                <a:gd name="connsiteY105" fmla="*/ 1590889 h 1775939"/>
                <a:gd name="connsiteX106" fmla="*/ 1184306 w 9739305"/>
                <a:gd name="connsiteY106" fmla="*/ 1584859 h 1775939"/>
                <a:gd name="connsiteX107" fmla="*/ 1067600 w 9739305"/>
                <a:gd name="connsiteY107" fmla="*/ 1556587 h 1775939"/>
                <a:gd name="connsiteX108" fmla="*/ 1018967 w 9739305"/>
                <a:gd name="connsiteY108" fmla="*/ 1562226 h 1775939"/>
                <a:gd name="connsiteX109" fmla="*/ 1001437 w 9739305"/>
                <a:gd name="connsiteY109" fmla="*/ 1562287 h 1775939"/>
                <a:gd name="connsiteX110" fmla="*/ 843282 w 9739305"/>
                <a:gd name="connsiteY110" fmla="*/ 1551235 h 1775939"/>
                <a:gd name="connsiteX111" fmla="*/ 827437 w 9739305"/>
                <a:gd name="connsiteY111" fmla="*/ 1549959 h 1775939"/>
                <a:gd name="connsiteX112" fmla="*/ 752774 w 9739305"/>
                <a:gd name="connsiteY112" fmla="*/ 1536924 h 1775939"/>
                <a:gd name="connsiteX113" fmla="*/ 566053 w 9739305"/>
                <a:gd name="connsiteY113" fmla="*/ 1535567 h 1775939"/>
                <a:gd name="connsiteX114" fmla="*/ 554525 w 9739305"/>
                <a:gd name="connsiteY114" fmla="*/ 1534867 h 1775939"/>
                <a:gd name="connsiteX115" fmla="*/ 492526 w 9739305"/>
                <a:gd name="connsiteY115" fmla="*/ 1546173 h 1775939"/>
                <a:gd name="connsiteX116" fmla="*/ 462187 w 9739305"/>
                <a:gd name="connsiteY116" fmla="*/ 1559407 h 1775939"/>
                <a:gd name="connsiteX117" fmla="*/ 414568 w 9739305"/>
                <a:gd name="connsiteY117" fmla="*/ 1573944 h 1775939"/>
                <a:gd name="connsiteX118" fmla="*/ 365802 w 9739305"/>
                <a:gd name="connsiteY118" fmla="*/ 1580845 h 1775939"/>
                <a:gd name="connsiteX119" fmla="*/ 282687 w 9739305"/>
                <a:gd name="connsiteY119" fmla="*/ 1566332 h 1775939"/>
                <a:gd name="connsiteX120" fmla="*/ 252662 w 9739305"/>
                <a:gd name="connsiteY120" fmla="*/ 1565897 h 1775939"/>
                <a:gd name="connsiteX121" fmla="*/ 185558 w 9739305"/>
                <a:gd name="connsiteY121" fmla="*/ 1560187 h 1775939"/>
                <a:gd name="connsiteX122" fmla="*/ 127273 w 9739305"/>
                <a:gd name="connsiteY122" fmla="*/ 1563624 h 1775939"/>
                <a:gd name="connsiteX123" fmla="*/ 81114 w 9739305"/>
                <a:gd name="connsiteY123" fmla="*/ 1580132 h 1775939"/>
                <a:gd name="connsiteX124" fmla="*/ 13214 w 9739305"/>
                <a:gd name="connsiteY124" fmla="*/ 1586229 h 1775939"/>
                <a:gd name="connsiteX125" fmla="*/ 0 w 9739305"/>
                <a:gd name="connsiteY125" fmla="*/ 1585408 h 1775939"/>
                <a:gd name="connsiteX126" fmla="*/ 0 w 9739305"/>
                <a:gd name="connsiteY126" fmla="*/ 1251083 h 1775939"/>
                <a:gd name="connsiteX127" fmla="*/ 4829 w 9739305"/>
                <a:gd name="connsiteY127" fmla="*/ 1250628 h 1775939"/>
                <a:gd name="connsiteX128" fmla="*/ 48555 w 9739305"/>
                <a:gd name="connsiteY128" fmla="*/ 1240203 h 1775939"/>
                <a:gd name="connsiteX129" fmla="*/ 72789 w 9739305"/>
                <a:gd name="connsiteY129" fmla="*/ 1233698 h 1775939"/>
                <a:gd name="connsiteX130" fmla="*/ 197847 w 9739305"/>
                <a:gd name="connsiteY130" fmla="*/ 1212918 h 1775939"/>
                <a:gd name="connsiteX131" fmla="*/ 253067 w 9739305"/>
                <a:gd name="connsiteY131" fmla="*/ 1194405 h 1775939"/>
                <a:gd name="connsiteX132" fmla="*/ 268116 w 9739305"/>
                <a:gd name="connsiteY132" fmla="*/ 1191325 h 1775939"/>
                <a:gd name="connsiteX133" fmla="*/ 351434 w 9739305"/>
                <a:gd name="connsiteY133" fmla="*/ 1193900 h 1775939"/>
                <a:gd name="connsiteX134" fmla="*/ 414867 w 9739305"/>
                <a:gd name="connsiteY134" fmla="*/ 1216423 h 1775939"/>
                <a:gd name="connsiteX135" fmla="*/ 427335 w 9739305"/>
                <a:gd name="connsiteY135" fmla="*/ 1224454 h 1775939"/>
                <a:gd name="connsiteX136" fmla="*/ 600582 w 9739305"/>
                <a:gd name="connsiteY136" fmla="*/ 1213120 h 1775939"/>
                <a:gd name="connsiteX137" fmla="*/ 627039 w 9739305"/>
                <a:gd name="connsiteY137" fmla="*/ 1208235 h 1775939"/>
                <a:gd name="connsiteX138" fmla="*/ 756446 w 9739305"/>
                <a:gd name="connsiteY138" fmla="*/ 1217062 h 1775939"/>
                <a:gd name="connsiteX139" fmla="*/ 794106 w 9739305"/>
                <a:gd name="connsiteY139" fmla="*/ 1218229 h 1775939"/>
                <a:gd name="connsiteX140" fmla="*/ 929268 w 9739305"/>
                <a:gd name="connsiteY140" fmla="*/ 1225211 h 1775939"/>
                <a:gd name="connsiteX141" fmla="*/ 947713 w 9739305"/>
                <a:gd name="connsiteY141" fmla="*/ 1211766 h 1775939"/>
                <a:gd name="connsiteX142" fmla="*/ 1001014 w 9739305"/>
                <a:gd name="connsiteY142" fmla="*/ 1177651 h 1775939"/>
                <a:gd name="connsiteX143" fmla="*/ 1107747 w 9739305"/>
                <a:gd name="connsiteY143" fmla="*/ 1144571 h 1775939"/>
                <a:gd name="connsiteX144" fmla="*/ 1137175 w 9739305"/>
                <a:gd name="connsiteY144" fmla="*/ 1144721 h 1775939"/>
                <a:gd name="connsiteX145" fmla="*/ 1213670 w 9739305"/>
                <a:gd name="connsiteY145" fmla="*/ 1187646 h 1775939"/>
                <a:gd name="connsiteX146" fmla="*/ 1250725 w 9739305"/>
                <a:gd name="connsiteY146" fmla="*/ 1204534 h 1775939"/>
                <a:gd name="connsiteX147" fmla="*/ 1355013 w 9739305"/>
                <a:gd name="connsiteY147" fmla="*/ 1233876 h 1775939"/>
                <a:gd name="connsiteX148" fmla="*/ 1363867 w 9739305"/>
                <a:gd name="connsiteY148" fmla="*/ 1239727 h 1775939"/>
                <a:gd name="connsiteX149" fmla="*/ 1443262 w 9739305"/>
                <a:gd name="connsiteY149" fmla="*/ 1310445 h 1775939"/>
                <a:gd name="connsiteX150" fmla="*/ 1460979 w 9739305"/>
                <a:gd name="connsiteY150" fmla="*/ 1322303 h 1775939"/>
                <a:gd name="connsiteX151" fmla="*/ 1482536 w 9739305"/>
                <a:gd name="connsiteY151" fmla="*/ 1341039 h 1775939"/>
                <a:gd name="connsiteX152" fmla="*/ 1548717 w 9739305"/>
                <a:gd name="connsiteY152" fmla="*/ 1376141 h 1775939"/>
                <a:gd name="connsiteX153" fmla="*/ 1629003 w 9739305"/>
                <a:gd name="connsiteY153" fmla="*/ 1384512 h 1775939"/>
                <a:gd name="connsiteX154" fmla="*/ 1726123 w 9739305"/>
                <a:gd name="connsiteY154" fmla="*/ 1398505 h 1775939"/>
                <a:gd name="connsiteX155" fmla="*/ 1766964 w 9739305"/>
                <a:gd name="connsiteY155" fmla="*/ 1409092 h 1775939"/>
                <a:gd name="connsiteX156" fmla="*/ 1875994 w 9739305"/>
                <a:gd name="connsiteY156" fmla="*/ 1427691 h 1775939"/>
                <a:gd name="connsiteX157" fmla="*/ 1953935 w 9739305"/>
                <a:gd name="connsiteY157" fmla="*/ 1444021 h 1775939"/>
                <a:gd name="connsiteX158" fmla="*/ 2065495 w 9739305"/>
                <a:gd name="connsiteY158" fmla="*/ 1450414 h 1775939"/>
                <a:gd name="connsiteX159" fmla="*/ 2119362 w 9739305"/>
                <a:gd name="connsiteY159" fmla="*/ 1448287 h 1775939"/>
                <a:gd name="connsiteX160" fmla="*/ 2221201 w 9739305"/>
                <a:gd name="connsiteY160" fmla="*/ 1503642 h 1775939"/>
                <a:gd name="connsiteX161" fmla="*/ 2302040 w 9739305"/>
                <a:gd name="connsiteY161" fmla="*/ 1539608 h 1775939"/>
                <a:gd name="connsiteX162" fmla="*/ 2384113 w 9739305"/>
                <a:gd name="connsiteY162" fmla="*/ 1516348 h 1775939"/>
                <a:gd name="connsiteX163" fmla="*/ 2405786 w 9739305"/>
                <a:gd name="connsiteY163" fmla="*/ 1497098 h 1775939"/>
                <a:gd name="connsiteX164" fmla="*/ 2541024 w 9739305"/>
                <a:gd name="connsiteY164" fmla="*/ 1473316 h 1775939"/>
                <a:gd name="connsiteX165" fmla="*/ 2735378 w 9739305"/>
                <a:gd name="connsiteY165" fmla="*/ 1463319 h 1775939"/>
                <a:gd name="connsiteX166" fmla="*/ 3056752 w 9739305"/>
                <a:gd name="connsiteY166" fmla="*/ 1408590 h 1775939"/>
                <a:gd name="connsiteX167" fmla="*/ 3112247 w 9739305"/>
                <a:gd name="connsiteY167" fmla="*/ 1387711 h 1775939"/>
                <a:gd name="connsiteX168" fmla="*/ 3175396 w 9739305"/>
                <a:gd name="connsiteY168" fmla="*/ 1380116 h 1775939"/>
                <a:gd name="connsiteX169" fmla="*/ 3200231 w 9739305"/>
                <a:gd name="connsiteY169" fmla="*/ 1390061 h 1775939"/>
                <a:gd name="connsiteX170" fmla="*/ 3307359 w 9739305"/>
                <a:gd name="connsiteY170" fmla="*/ 1401532 h 1775939"/>
                <a:gd name="connsiteX171" fmla="*/ 3327591 w 9739305"/>
                <a:gd name="connsiteY171" fmla="*/ 1400871 h 1775939"/>
                <a:gd name="connsiteX172" fmla="*/ 3396452 w 9739305"/>
                <a:gd name="connsiteY172" fmla="*/ 1390488 h 1775939"/>
                <a:gd name="connsiteX173" fmla="*/ 3460402 w 9739305"/>
                <a:gd name="connsiteY173" fmla="*/ 1383325 h 1775939"/>
                <a:gd name="connsiteX174" fmla="*/ 3622771 w 9739305"/>
                <a:gd name="connsiteY174" fmla="*/ 1388838 h 1775939"/>
                <a:gd name="connsiteX175" fmla="*/ 3746637 w 9739305"/>
                <a:gd name="connsiteY175" fmla="*/ 1379728 h 1775939"/>
                <a:gd name="connsiteX176" fmla="*/ 3803936 w 9739305"/>
                <a:gd name="connsiteY176" fmla="*/ 1380104 h 1775939"/>
                <a:gd name="connsiteX177" fmla="*/ 3836429 w 9739305"/>
                <a:gd name="connsiteY177" fmla="*/ 1383246 h 1775939"/>
                <a:gd name="connsiteX178" fmla="*/ 3911096 w 9739305"/>
                <a:gd name="connsiteY178" fmla="*/ 1412447 h 1775939"/>
                <a:gd name="connsiteX179" fmla="*/ 3951494 w 9739305"/>
                <a:gd name="connsiteY179" fmla="*/ 1417876 h 1775939"/>
                <a:gd name="connsiteX180" fmla="*/ 4071982 w 9739305"/>
                <a:gd name="connsiteY180" fmla="*/ 1411440 h 1775939"/>
                <a:gd name="connsiteX181" fmla="*/ 4250380 w 9739305"/>
                <a:gd name="connsiteY181" fmla="*/ 1353404 h 1775939"/>
                <a:gd name="connsiteX182" fmla="*/ 4268920 w 9739305"/>
                <a:gd name="connsiteY182" fmla="*/ 1345917 h 1775939"/>
                <a:gd name="connsiteX183" fmla="*/ 4360470 w 9739305"/>
                <a:gd name="connsiteY183" fmla="*/ 1333343 h 1775939"/>
                <a:gd name="connsiteX184" fmla="*/ 4423403 w 9739305"/>
                <a:gd name="connsiteY184" fmla="*/ 1341452 h 1775939"/>
                <a:gd name="connsiteX185" fmla="*/ 4509460 w 9739305"/>
                <a:gd name="connsiteY185" fmla="*/ 1360374 h 1775939"/>
                <a:gd name="connsiteX186" fmla="*/ 4586780 w 9739305"/>
                <a:gd name="connsiteY186" fmla="*/ 1375951 h 1775939"/>
                <a:gd name="connsiteX187" fmla="*/ 4643424 w 9739305"/>
                <a:gd name="connsiteY187" fmla="*/ 1395033 h 1775939"/>
                <a:gd name="connsiteX188" fmla="*/ 4771320 w 9739305"/>
                <a:gd name="connsiteY188" fmla="*/ 1404876 h 1775939"/>
                <a:gd name="connsiteX189" fmla="*/ 4784667 w 9739305"/>
                <a:gd name="connsiteY189" fmla="*/ 1406901 h 1775939"/>
                <a:gd name="connsiteX190" fmla="*/ 4879368 w 9739305"/>
                <a:gd name="connsiteY190" fmla="*/ 1382875 h 1775939"/>
                <a:gd name="connsiteX191" fmla="*/ 4993296 w 9739305"/>
                <a:gd name="connsiteY191" fmla="*/ 1357609 h 1775939"/>
                <a:gd name="connsiteX192" fmla="*/ 5034636 w 9739305"/>
                <a:gd name="connsiteY192" fmla="*/ 1362363 h 1775939"/>
                <a:gd name="connsiteX193" fmla="*/ 5091273 w 9739305"/>
                <a:gd name="connsiteY193" fmla="*/ 1369207 h 1775939"/>
                <a:gd name="connsiteX194" fmla="*/ 5143127 w 9739305"/>
                <a:gd name="connsiteY194" fmla="*/ 1361686 h 1775939"/>
                <a:gd name="connsiteX195" fmla="*/ 5174789 w 9739305"/>
                <a:gd name="connsiteY195" fmla="*/ 1359688 h 1775939"/>
                <a:gd name="connsiteX196" fmla="*/ 5322233 w 9739305"/>
                <a:gd name="connsiteY196" fmla="*/ 1411274 h 1775939"/>
                <a:gd name="connsiteX197" fmla="*/ 5359206 w 9739305"/>
                <a:gd name="connsiteY197" fmla="*/ 1414357 h 1775939"/>
                <a:gd name="connsiteX198" fmla="*/ 5380352 w 9739305"/>
                <a:gd name="connsiteY198" fmla="*/ 1420558 h 1775939"/>
                <a:gd name="connsiteX199" fmla="*/ 5509233 w 9739305"/>
                <a:gd name="connsiteY199" fmla="*/ 1487165 h 1775939"/>
                <a:gd name="connsiteX200" fmla="*/ 5563203 w 9739305"/>
                <a:gd name="connsiteY200" fmla="*/ 1499314 h 1775939"/>
                <a:gd name="connsiteX201" fmla="*/ 5621569 w 9739305"/>
                <a:gd name="connsiteY201" fmla="*/ 1493518 h 1775939"/>
                <a:gd name="connsiteX202" fmla="*/ 5655136 w 9739305"/>
                <a:gd name="connsiteY202" fmla="*/ 1486565 h 1775939"/>
                <a:gd name="connsiteX203" fmla="*/ 5736883 w 9739305"/>
                <a:gd name="connsiteY203" fmla="*/ 1436327 h 1775939"/>
                <a:gd name="connsiteX204" fmla="*/ 5784777 w 9739305"/>
                <a:gd name="connsiteY204" fmla="*/ 1435588 h 1775939"/>
                <a:gd name="connsiteX205" fmla="*/ 5860952 w 9739305"/>
                <a:gd name="connsiteY205" fmla="*/ 1463773 h 1775939"/>
                <a:gd name="connsiteX206" fmla="*/ 5997123 w 9739305"/>
                <a:gd name="connsiteY206" fmla="*/ 1471491 h 1775939"/>
                <a:gd name="connsiteX207" fmla="*/ 6063793 w 9739305"/>
                <a:gd name="connsiteY207" fmla="*/ 1423706 h 1775939"/>
                <a:gd name="connsiteX208" fmla="*/ 6097303 w 9739305"/>
                <a:gd name="connsiteY208" fmla="*/ 1379247 h 1775939"/>
                <a:gd name="connsiteX209" fmla="*/ 6197741 w 9739305"/>
                <a:gd name="connsiteY209" fmla="*/ 1324656 h 1775939"/>
                <a:gd name="connsiteX210" fmla="*/ 6223125 w 9739305"/>
                <a:gd name="connsiteY210" fmla="*/ 1341950 h 1775939"/>
                <a:gd name="connsiteX211" fmla="*/ 6298923 w 9739305"/>
                <a:gd name="connsiteY211" fmla="*/ 1346144 h 1775939"/>
                <a:gd name="connsiteX212" fmla="*/ 6380532 w 9739305"/>
                <a:gd name="connsiteY212" fmla="*/ 1341582 h 1775939"/>
                <a:gd name="connsiteX213" fmla="*/ 6523222 w 9739305"/>
                <a:gd name="connsiteY213" fmla="*/ 1343021 h 1775939"/>
                <a:gd name="connsiteX214" fmla="*/ 6615600 w 9739305"/>
                <a:gd name="connsiteY214" fmla="*/ 1291015 h 1775939"/>
                <a:gd name="connsiteX215" fmla="*/ 6650812 w 9739305"/>
                <a:gd name="connsiteY215" fmla="*/ 1269700 h 1775939"/>
                <a:gd name="connsiteX216" fmla="*/ 6684030 w 9739305"/>
                <a:gd name="connsiteY216" fmla="*/ 1255543 h 1775939"/>
                <a:gd name="connsiteX217" fmla="*/ 6722764 w 9739305"/>
                <a:gd name="connsiteY217" fmla="*/ 1246615 h 1775939"/>
                <a:gd name="connsiteX218" fmla="*/ 6815757 w 9739305"/>
                <a:gd name="connsiteY218" fmla="*/ 1215451 h 1775939"/>
                <a:gd name="connsiteX219" fmla="*/ 6866200 w 9739305"/>
                <a:gd name="connsiteY219" fmla="*/ 1186810 h 1775939"/>
                <a:gd name="connsiteX220" fmla="*/ 6981228 w 9739305"/>
                <a:gd name="connsiteY220" fmla="*/ 1155999 h 1775939"/>
                <a:gd name="connsiteX221" fmla="*/ 7059255 w 9739305"/>
                <a:gd name="connsiteY221" fmla="*/ 1129638 h 1775939"/>
                <a:gd name="connsiteX222" fmla="*/ 7140774 w 9739305"/>
                <a:gd name="connsiteY222" fmla="*/ 1086787 h 1775939"/>
                <a:gd name="connsiteX223" fmla="*/ 7152150 w 9739305"/>
                <a:gd name="connsiteY223" fmla="*/ 1080276 h 1775939"/>
                <a:gd name="connsiteX224" fmla="*/ 7178911 w 9739305"/>
                <a:gd name="connsiteY224" fmla="*/ 1053404 h 1775939"/>
                <a:gd name="connsiteX225" fmla="*/ 7215302 w 9739305"/>
                <a:gd name="connsiteY225" fmla="*/ 963609 h 1775939"/>
                <a:gd name="connsiteX226" fmla="*/ 7226104 w 9739305"/>
                <a:gd name="connsiteY226" fmla="*/ 945196 h 1775939"/>
                <a:gd name="connsiteX227" fmla="*/ 7329145 w 9739305"/>
                <a:gd name="connsiteY227" fmla="*/ 879964 h 1775939"/>
                <a:gd name="connsiteX228" fmla="*/ 7368683 w 9739305"/>
                <a:gd name="connsiteY228" fmla="*/ 883708 h 1775939"/>
                <a:gd name="connsiteX229" fmla="*/ 7412980 w 9739305"/>
                <a:gd name="connsiteY229" fmla="*/ 901348 h 1775939"/>
                <a:gd name="connsiteX230" fmla="*/ 7508285 w 9739305"/>
                <a:gd name="connsiteY230" fmla="*/ 901932 h 1775939"/>
                <a:gd name="connsiteX231" fmla="*/ 7543367 w 9739305"/>
                <a:gd name="connsiteY231" fmla="*/ 890040 h 1775939"/>
                <a:gd name="connsiteX232" fmla="*/ 7604247 w 9739305"/>
                <a:gd name="connsiteY232" fmla="*/ 859640 h 1775939"/>
                <a:gd name="connsiteX233" fmla="*/ 7650214 w 9739305"/>
                <a:gd name="connsiteY233" fmla="*/ 814893 h 1775939"/>
                <a:gd name="connsiteX234" fmla="*/ 7716618 w 9739305"/>
                <a:gd name="connsiteY234" fmla="*/ 741384 h 1775939"/>
                <a:gd name="connsiteX235" fmla="*/ 7849257 w 9739305"/>
                <a:gd name="connsiteY235" fmla="*/ 708153 h 1775939"/>
                <a:gd name="connsiteX236" fmla="*/ 7900340 w 9739305"/>
                <a:gd name="connsiteY236" fmla="*/ 696745 h 1775939"/>
                <a:gd name="connsiteX237" fmla="*/ 8085922 w 9739305"/>
                <a:gd name="connsiteY237" fmla="*/ 650290 h 1775939"/>
                <a:gd name="connsiteX238" fmla="*/ 8102187 w 9739305"/>
                <a:gd name="connsiteY238" fmla="*/ 648251 h 1775939"/>
                <a:gd name="connsiteX239" fmla="*/ 8229960 w 9739305"/>
                <a:gd name="connsiteY239" fmla="*/ 598934 h 1775939"/>
                <a:gd name="connsiteX240" fmla="*/ 8260743 w 9739305"/>
                <a:gd name="connsiteY240" fmla="*/ 586776 h 1775939"/>
                <a:gd name="connsiteX241" fmla="*/ 8297724 w 9739305"/>
                <a:gd name="connsiteY241" fmla="*/ 557687 h 1775939"/>
                <a:gd name="connsiteX242" fmla="*/ 8329397 w 9739305"/>
                <a:gd name="connsiteY242" fmla="*/ 479103 h 1775939"/>
                <a:gd name="connsiteX243" fmla="*/ 8369109 w 9739305"/>
                <a:gd name="connsiteY243" fmla="*/ 442035 h 1775939"/>
                <a:gd name="connsiteX244" fmla="*/ 8398212 w 9739305"/>
                <a:gd name="connsiteY244" fmla="*/ 419288 h 1775939"/>
                <a:gd name="connsiteX245" fmla="*/ 8423091 w 9739305"/>
                <a:gd name="connsiteY245" fmla="*/ 385761 h 1775939"/>
                <a:gd name="connsiteX246" fmla="*/ 8445807 w 9739305"/>
                <a:gd name="connsiteY246" fmla="*/ 307296 h 1775939"/>
                <a:gd name="connsiteX247" fmla="*/ 8483136 w 9739305"/>
                <a:gd name="connsiteY247" fmla="*/ 236912 h 1775939"/>
                <a:gd name="connsiteX248" fmla="*/ 8554397 w 9739305"/>
                <a:gd name="connsiteY248" fmla="*/ 195498 h 1775939"/>
                <a:gd name="connsiteX249" fmla="*/ 8598729 w 9739305"/>
                <a:gd name="connsiteY249" fmla="*/ 173430 h 1775939"/>
                <a:gd name="connsiteX250" fmla="*/ 8779113 w 9739305"/>
                <a:gd name="connsiteY250" fmla="*/ 184822 h 1775939"/>
                <a:gd name="connsiteX251" fmla="*/ 8902517 w 9739305"/>
                <a:gd name="connsiteY251" fmla="*/ 198490 h 1775939"/>
                <a:gd name="connsiteX252" fmla="*/ 8942393 w 9739305"/>
                <a:gd name="connsiteY252" fmla="*/ 189035 h 1775939"/>
                <a:gd name="connsiteX253" fmla="*/ 9053027 w 9739305"/>
                <a:gd name="connsiteY253" fmla="*/ 119670 h 1775939"/>
                <a:gd name="connsiteX254" fmla="*/ 9164008 w 9739305"/>
                <a:gd name="connsiteY254" fmla="*/ 85758 h 1775939"/>
                <a:gd name="connsiteX255" fmla="*/ 9248172 w 9739305"/>
                <a:gd name="connsiteY255" fmla="*/ 73540 h 1775939"/>
                <a:gd name="connsiteX256" fmla="*/ 9320568 w 9739305"/>
                <a:gd name="connsiteY256" fmla="*/ 63772 h 1775939"/>
                <a:gd name="connsiteX257" fmla="*/ 9407003 w 9739305"/>
                <a:gd name="connsiteY257" fmla="*/ 42029 h 1775939"/>
                <a:gd name="connsiteX258" fmla="*/ 9455456 w 9739305"/>
                <a:gd name="connsiteY258" fmla="*/ 20546 h 1775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</a:cxnLst>
              <a:rect l="l" t="t" r="r" b="b"/>
              <a:pathLst>
                <a:path w="9739305" h="1775939">
                  <a:moveTo>
                    <a:pt x="9506323" y="0"/>
                  </a:moveTo>
                  <a:lnTo>
                    <a:pt x="9739305" y="0"/>
                  </a:lnTo>
                  <a:lnTo>
                    <a:pt x="9721016" y="12453"/>
                  </a:lnTo>
                  <a:cubicBezTo>
                    <a:pt x="9690045" y="40939"/>
                    <a:pt x="9658859" y="68964"/>
                    <a:pt x="9619776" y="90780"/>
                  </a:cubicBezTo>
                  <a:cubicBezTo>
                    <a:pt x="9581267" y="112410"/>
                    <a:pt x="9545008" y="136288"/>
                    <a:pt x="9506710" y="158222"/>
                  </a:cubicBezTo>
                  <a:cubicBezTo>
                    <a:pt x="9469164" y="179649"/>
                    <a:pt x="9435404" y="202776"/>
                    <a:pt x="9417057" y="238502"/>
                  </a:cubicBezTo>
                  <a:cubicBezTo>
                    <a:pt x="9408857" y="254276"/>
                    <a:pt x="9397029" y="271640"/>
                    <a:pt x="9380548" y="281379"/>
                  </a:cubicBezTo>
                  <a:cubicBezTo>
                    <a:pt x="9357055" y="295224"/>
                    <a:pt x="9326757" y="301236"/>
                    <a:pt x="9301035" y="313304"/>
                  </a:cubicBezTo>
                  <a:cubicBezTo>
                    <a:pt x="9270739" y="327477"/>
                    <a:pt x="9235503" y="340162"/>
                    <a:pt x="9215480" y="361372"/>
                  </a:cubicBezTo>
                  <a:cubicBezTo>
                    <a:pt x="9197689" y="380278"/>
                    <a:pt x="9179513" y="395277"/>
                    <a:pt x="9155376" y="407897"/>
                  </a:cubicBezTo>
                  <a:cubicBezTo>
                    <a:pt x="9138462" y="416717"/>
                    <a:pt x="9126335" y="431897"/>
                    <a:pt x="9108770" y="439335"/>
                  </a:cubicBezTo>
                  <a:cubicBezTo>
                    <a:pt x="9085671" y="449237"/>
                    <a:pt x="9062288" y="457270"/>
                    <a:pt x="9042339" y="471886"/>
                  </a:cubicBezTo>
                  <a:cubicBezTo>
                    <a:pt x="9021638" y="487007"/>
                    <a:pt x="8997876" y="499296"/>
                    <a:pt x="8976155" y="513526"/>
                  </a:cubicBezTo>
                  <a:cubicBezTo>
                    <a:pt x="8964637" y="521143"/>
                    <a:pt x="8955362" y="530850"/>
                    <a:pt x="8944250" y="538762"/>
                  </a:cubicBezTo>
                  <a:cubicBezTo>
                    <a:pt x="8923906" y="553238"/>
                    <a:pt x="8903158" y="567422"/>
                    <a:pt x="8882191" y="581144"/>
                  </a:cubicBezTo>
                  <a:cubicBezTo>
                    <a:pt x="8861228" y="594868"/>
                    <a:pt x="8841332" y="610579"/>
                    <a:pt x="8818061" y="620960"/>
                  </a:cubicBezTo>
                  <a:cubicBezTo>
                    <a:pt x="8778386" y="638567"/>
                    <a:pt x="8734713" y="650088"/>
                    <a:pt x="8696263" y="668892"/>
                  </a:cubicBezTo>
                  <a:cubicBezTo>
                    <a:pt x="8657243" y="688034"/>
                    <a:pt x="8620769" y="711451"/>
                    <a:pt x="8586493" y="736016"/>
                  </a:cubicBezTo>
                  <a:cubicBezTo>
                    <a:pt x="8559370" y="755372"/>
                    <a:pt x="8533990" y="774487"/>
                    <a:pt x="8499250" y="785420"/>
                  </a:cubicBezTo>
                  <a:cubicBezTo>
                    <a:pt x="8479867" y="791534"/>
                    <a:pt x="8459807" y="803801"/>
                    <a:pt x="8448581" y="817525"/>
                  </a:cubicBezTo>
                  <a:cubicBezTo>
                    <a:pt x="8424305" y="847414"/>
                    <a:pt x="8392427" y="869197"/>
                    <a:pt x="8356131" y="888209"/>
                  </a:cubicBezTo>
                  <a:cubicBezTo>
                    <a:pt x="8307679" y="913772"/>
                    <a:pt x="8259834" y="939776"/>
                    <a:pt x="8211166" y="964878"/>
                  </a:cubicBezTo>
                  <a:cubicBezTo>
                    <a:pt x="8182465" y="979759"/>
                    <a:pt x="8153995" y="995412"/>
                    <a:pt x="8123367" y="1006776"/>
                  </a:cubicBezTo>
                  <a:cubicBezTo>
                    <a:pt x="8060787" y="1030195"/>
                    <a:pt x="7996505" y="1050714"/>
                    <a:pt x="7933271" y="1072752"/>
                  </a:cubicBezTo>
                  <a:cubicBezTo>
                    <a:pt x="7912572" y="1079870"/>
                    <a:pt x="7893169" y="1089594"/>
                    <a:pt x="7872042" y="1095949"/>
                  </a:cubicBezTo>
                  <a:cubicBezTo>
                    <a:pt x="7849189" y="1102856"/>
                    <a:pt x="7824394" y="1105779"/>
                    <a:pt x="7801540" y="1112687"/>
                  </a:cubicBezTo>
                  <a:cubicBezTo>
                    <a:pt x="7763512" y="1124093"/>
                    <a:pt x="7726779" y="1138106"/>
                    <a:pt x="7688760" y="1149668"/>
                  </a:cubicBezTo>
                  <a:cubicBezTo>
                    <a:pt x="7615403" y="1171881"/>
                    <a:pt x="7541813" y="1193320"/>
                    <a:pt x="7468219" y="1214601"/>
                  </a:cubicBezTo>
                  <a:cubicBezTo>
                    <a:pt x="7452461" y="1219127"/>
                    <a:pt x="7435183" y="1220431"/>
                    <a:pt x="7419634" y="1225261"/>
                  </a:cubicBezTo>
                  <a:cubicBezTo>
                    <a:pt x="7378370" y="1238236"/>
                    <a:pt x="7337343" y="1252140"/>
                    <a:pt x="7296522" y="1266193"/>
                  </a:cubicBezTo>
                  <a:cubicBezTo>
                    <a:pt x="7271802" y="1274761"/>
                    <a:pt x="7247746" y="1285023"/>
                    <a:pt x="7222817" y="1293286"/>
                  </a:cubicBezTo>
                  <a:cubicBezTo>
                    <a:pt x="7202872" y="1299897"/>
                    <a:pt x="7182284" y="1305284"/>
                    <a:pt x="7161457" y="1309742"/>
                  </a:cubicBezTo>
                  <a:cubicBezTo>
                    <a:pt x="7143523" y="1313589"/>
                    <a:pt x="7124653" y="1314184"/>
                    <a:pt x="7106944" y="1318647"/>
                  </a:cubicBezTo>
                  <a:cubicBezTo>
                    <a:pt x="7059008" y="1330687"/>
                    <a:pt x="7011720" y="1343954"/>
                    <a:pt x="6964204" y="1356601"/>
                  </a:cubicBezTo>
                  <a:cubicBezTo>
                    <a:pt x="6945158" y="1361601"/>
                    <a:pt x="6925667" y="1365522"/>
                    <a:pt x="6907255" y="1371589"/>
                  </a:cubicBezTo>
                  <a:cubicBezTo>
                    <a:pt x="6857955" y="1387619"/>
                    <a:pt x="6809525" y="1405490"/>
                    <a:pt x="6759991" y="1420747"/>
                  </a:cubicBezTo>
                  <a:cubicBezTo>
                    <a:pt x="6718908" y="1433400"/>
                    <a:pt x="6676513" y="1443133"/>
                    <a:pt x="6634783" y="1454562"/>
                  </a:cubicBezTo>
                  <a:cubicBezTo>
                    <a:pt x="6617097" y="1459495"/>
                    <a:pt x="6600269" y="1466113"/>
                    <a:pt x="6582555" y="1470418"/>
                  </a:cubicBezTo>
                  <a:cubicBezTo>
                    <a:pt x="6542888" y="1480178"/>
                    <a:pt x="6502579" y="1488712"/>
                    <a:pt x="6462719" y="1498482"/>
                  </a:cubicBezTo>
                  <a:cubicBezTo>
                    <a:pt x="6440000" y="1504127"/>
                    <a:pt x="6418233" y="1513338"/>
                    <a:pt x="6395050" y="1517437"/>
                  </a:cubicBezTo>
                  <a:cubicBezTo>
                    <a:pt x="6339992" y="1527154"/>
                    <a:pt x="6284444" y="1534853"/>
                    <a:pt x="6228927" y="1543179"/>
                  </a:cubicBezTo>
                  <a:cubicBezTo>
                    <a:pt x="6171671" y="1551745"/>
                    <a:pt x="6114621" y="1560617"/>
                    <a:pt x="6057331" y="1568558"/>
                  </a:cubicBezTo>
                  <a:cubicBezTo>
                    <a:pt x="6025969" y="1572738"/>
                    <a:pt x="5994307" y="1574734"/>
                    <a:pt x="5962939" y="1578758"/>
                  </a:cubicBezTo>
                  <a:cubicBezTo>
                    <a:pt x="5935441" y="1582281"/>
                    <a:pt x="5908230" y="1587673"/>
                    <a:pt x="5880756" y="1591666"/>
                  </a:cubicBezTo>
                  <a:cubicBezTo>
                    <a:pt x="5856953" y="1595010"/>
                    <a:pt x="5832910" y="1597425"/>
                    <a:pt x="5809105" y="1600770"/>
                  </a:cubicBezTo>
                  <a:cubicBezTo>
                    <a:pt x="5770986" y="1606216"/>
                    <a:pt x="5733083" y="1612124"/>
                    <a:pt x="5695165" y="1617719"/>
                  </a:cubicBezTo>
                  <a:cubicBezTo>
                    <a:pt x="5679295" y="1619896"/>
                    <a:pt x="5662765" y="1624616"/>
                    <a:pt x="5647685" y="1622990"/>
                  </a:cubicBezTo>
                  <a:cubicBezTo>
                    <a:pt x="5609687" y="1618857"/>
                    <a:pt x="5572641" y="1622370"/>
                    <a:pt x="5535323" y="1628248"/>
                  </a:cubicBezTo>
                  <a:cubicBezTo>
                    <a:pt x="5522562" y="1630278"/>
                    <a:pt x="5508745" y="1630629"/>
                    <a:pt x="5496177" y="1628567"/>
                  </a:cubicBezTo>
                  <a:cubicBezTo>
                    <a:pt x="5470455" y="1624470"/>
                    <a:pt x="5445407" y="1618145"/>
                    <a:pt x="5420013" y="1612778"/>
                  </a:cubicBezTo>
                  <a:cubicBezTo>
                    <a:pt x="5417253" y="1612127"/>
                    <a:pt x="5413941" y="1612129"/>
                    <a:pt x="5411005" y="1611800"/>
                  </a:cubicBezTo>
                  <a:cubicBezTo>
                    <a:pt x="5394351" y="1609934"/>
                    <a:pt x="5377898" y="1608060"/>
                    <a:pt x="5361259" y="1606507"/>
                  </a:cubicBezTo>
                  <a:cubicBezTo>
                    <a:pt x="5352259" y="1605686"/>
                    <a:pt x="5343116" y="1605970"/>
                    <a:pt x="5334120" y="1605305"/>
                  </a:cubicBezTo>
                  <a:cubicBezTo>
                    <a:pt x="5299308" y="1602589"/>
                    <a:pt x="5261564" y="1611785"/>
                    <a:pt x="5230715" y="1594283"/>
                  </a:cubicBezTo>
                  <a:cubicBezTo>
                    <a:pt x="5210688" y="1583006"/>
                    <a:pt x="5191969" y="1586734"/>
                    <a:pt x="5171263" y="1589616"/>
                  </a:cubicBezTo>
                  <a:cubicBezTo>
                    <a:pt x="5155583" y="1591784"/>
                    <a:pt x="5139427" y="1592091"/>
                    <a:pt x="5123496" y="1593018"/>
                  </a:cubicBezTo>
                  <a:cubicBezTo>
                    <a:pt x="5095527" y="1594836"/>
                    <a:pt x="5067543" y="1596342"/>
                    <a:pt x="5039590" y="1598474"/>
                  </a:cubicBezTo>
                  <a:cubicBezTo>
                    <a:pt x="5030662" y="1599218"/>
                    <a:pt x="5021716" y="1603574"/>
                    <a:pt x="5012937" y="1603369"/>
                  </a:cubicBezTo>
                  <a:cubicBezTo>
                    <a:pt x="4972362" y="1602343"/>
                    <a:pt x="4931703" y="1599594"/>
                    <a:pt x="4891143" y="1598882"/>
                  </a:cubicBezTo>
                  <a:cubicBezTo>
                    <a:pt x="4868132" y="1598423"/>
                    <a:pt x="4844753" y="1602530"/>
                    <a:pt x="4821905" y="1601436"/>
                  </a:cubicBezTo>
                  <a:cubicBezTo>
                    <a:pt x="4795544" y="1600196"/>
                    <a:pt x="4769576" y="1595013"/>
                    <a:pt x="4743339" y="1592353"/>
                  </a:cubicBezTo>
                  <a:cubicBezTo>
                    <a:pt x="4736095" y="1591605"/>
                    <a:pt x="4728193" y="1593398"/>
                    <a:pt x="4720626" y="1594076"/>
                  </a:cubicBezTo>
                  <a:cubicBezTo>
                    <a:pt x="4712089" y="1594803"/>
                    <a:pt x="4703760" y="1595832"/>
                    <a:pt x="4695215" y="1596400"/>
                  </a:cubicBezTo>
                  <a:cubicBezTo>
                    <a:pt x="4669182" y="1597969"/>
                    <a:pt x="4643112" y="1598756"/>
                    <a:pt x="4617116" y="1601107"/>
                  </a:cubicBezTo>
                  <a:cubicBezTo>
                    <a:pt x="4601208" y="1602502"/>
                    <a:pt x="4584802" y="1609727"/>
                    <a:pt x="4569913" y="1608091"/>
                  </a:cubicBezTo>
                  <a:cubicBezTo>
                    <a:pt x="4539567" y="1605002"/>
                    <a:pt x="4509928" y="1616632"/>
                    <a:pt x="4479392" y="1609630"/>
                  </a:cubicBezTo>
                  <a:cubicBezTo>
                    <a:pt x="4469938" y="1607574"/>
                    <a:pt x="4457412" y="1614456"/>
                    <a:pt x="4446151" y="1615312"/>
                  </a:cubicBezTo>
                  <a:cubicBezTo>
                    <a:pt x="4418004" y="1617453"/>
                    <a:pt x="4389812" y="1618656"/>
                    <a:pt x="4361619" y="1619859"/>
                  </a:cubicBezTo>
                  <a:cubicBezTo>
                    <a:pt x="4336341" y="1620921"/>
                    <a:pt x="4310204" y="1624377"/>
                    <a:pt x="4285695" y="1621164"/>
                  </a:cubicBezTo>
                  <a:cubicBezTo>
                    <a:pt x="4260004" y="1617695"/>
                    <a:pt x="4237099" y="1619427"/>
                    <a:pt x="4212667" y="1625940"/>
                  </a:cubicBezTo>
                  <a:cubicBezTo>
                    <a:pt x="4195929" y="1630357"/>
                    <a:pt x="4178068" y="1631689"/>
                    <a:pt x="4160628" y="1633627"/>
                  </a:cubicBezTo>
                  <a:cubicBezTo>
                    <a:pt x="4141833" y="1635789"/>
                    <a:pt x="4120875" y="1633504"/>
                    <a:pt x="4104018" y="1639495"/>
                  </a:cubicBezTo>
                  <a:cubicBezTo>
                    <a:pt x="4053828" y="1657296"/>
                    <a:pt x="4001698" y="1663104"/>
                    <a:pt x="3948438" y="1665671"/>
                  </a:cubicBezTo>
                  <a:cubicBezTo>
                    <a:pt x="3938718" y="1666140"/>
                    <a:pt x="3928697" y="1664427"/>
                    <a:pt x="3919256" y="1662527"/>
                  </a:cubicBezTo>
                  <a:cubicBezTo>
                    <a:pt x="3864147" y="1651058"/>
                    <a:pt x="3809587" y="1654944"/>
                    <a:pt x="3754603" y="1666227"/>
                  </a:cubicBezTo>
                  <a:cubicBezTo>
                    <a:pt x="3743223" y="1668658"/>
                    <a:pt x="3730411" y="1669591"/>
                    <a:pt x="3718852" y="1668265"/>
                  </a:cubicBezTo>
                  <a:cubicBezTo>
                    <a:pt x="3686318" y="1664340"/>
                    <a:pt x="3654585" y="1656767"/>
                    <a:pt x="3621934" y="1654418"/>
                  </a:cubicBezTo>
                  <a:cubicBezTo>
                    <a:pt x="3567977" y="1650585"/>
                    <a:pt x="3522560" y="1674431"/>
                    <a:pt x="3475226" y="1690838"/>
                  </a:cubicBezTo>
                  <a:cubicBezTo>
                    <a:pt x="3430187" y="1706349"/>
                    <a:pt x="3392759" y="1738285"/>
                    <a:pt x="3338395" y="1734157"/>
                  </a:cubicBezTo>
                  <a:cubicBezTo>
                    <a:pt x="3332924" y="1733793"/>
                    <a:pt x="3327102" y="1738312"/>
                    <a:pt x="3321128" y="1739699"/>
                  </a:cubicBezTo>
                  <a:cubicBezTo>
                    <a:pt x="3304749" y="1743471"/>
                    <a:pt x="3288400" y="1747867"/>
                    <a:pt x="3271751" y="1750083"/>
                  </a:cubicBezTo>
                  <a:cubicBezTo>
                    <a:pt x="3251431" y="1752946"/>
                    <a:pt x="3230601" y="1753322"/>
                    <a:pt x="3210267" y="1755871"/>
                  </a:cubicBezTo>
                  <a:cubicBezTo>
                    <a:pt x="3184115" y="1759015"/>
                    <a:pt x="3158504" y="1765272"/>
                    <a:pt x="3132456" y="1766527"/>
                  </a:cubicBezTo>
                  <a:cubicBezTo>
                    <a:pt x="3111463" y="1767539"/>
                    <a:pt x="3090384" y="1762749"/>
                    <a:pt x="3069450" y="1760933"/>
                  </a:cubicBezTo>
                  <a:cubicBezTo>
                    <a:pt x="3039909" y="1758434"/>
                    <a:pt x="3007693" y="1761086"/>
                    <a:pt x="2981357" y="1752311"/>
                  </a:cubicBezTo>
                  <a:cubicBezTo>
                    <a:pt x="2953242" y="1742995"/>
                    <a:pt x="2926767" y="1739406"/>
                    <a:pt x="2898350" y="1744071"/>
                  </a:cubicBezTo>
                  <a:cubicBezTo>
                    <a:pt x="2888878" y="1745627"/>
                    <a:pt x="2876949" y="1752794"/>
                    <a:pt x="2872998" y="1759731"/>
                  </a:cubicBezTo>
                  <a:cubicBezTo>
                    <a:pt x="2864196" y="1775222"/>
                    <a:pt x="2851302" y="1778512"/>
                    <a:pt x="2833363" y="1774197"/>
                  </a:cubicBezTo>
                  <a:cubicBezTo>
                    <a:pt x="2817796" y="1770553"/>
                    <a:pt x="2798835" y="1769271"/>
                    <a:pt x="2787932" y="1761321"/>
                  </a:cubicBezTo>
                  <a:cubicBezTo>
                    <a:pt x="2757035" y="1738800"/>
                    <a:pt x="2719092" y="1739844"/>
                    <a:pt x="2681851" y="1735206"/>
                  </a:cubicBezTo>
                  <a:cubicBezTo>
                    <a:pt x="2659116" y="1732377"/>
                    <a:pt x="2638112" y="1733233"/>
                    <a:pt x="2615692" y="1736981"/>
                  </a:cubicBezTo>
                  <a:cubicBezTo>
                    <a:pt x="2566996" y="1745293"/>
                    <a:pt x="2518963" y="1739133"/>
                    <a:pt x="2471401" y="1730598"/>
                  </a:cubicBezTo>
                  <a:cubicBezTo>
                    <a:pt x="2439951" y="1724896"/>
                    <a:pt x="2407862" y="1722048"/>
                    <a:pt x="2376602" y="1716179"/>
                  </a:cubicBezTo>
                  <a:cubicBezTo>
                    <a:pt x="2353197" y="1711657"/>
                    <a:pt x="2329742" y="1706039"/>
                    <a:pt x="2308117" y="1697980"/>
                  </a:cubicBezTo>
                  <a:cubicBezTo>
                    <a:pt x="2276760" y="1686151"/>
                    <a:pt x="2248972" y="1667403"/>
                    <a:pt x="2210156" y="1674611"/>
                  </a:cubicBezTo>
                  <a:cubicBezTo>
                    <a:pt x="2175975" y="1680965"/>
                    <a:pt x="2144400" y="1672601"/>
                    <a:pt x="2112456" y="1664725"/>
                  </a:cubicBezTo>
                  <a:cubicBezTo>
                    <a:pt x="2088991" y="1658951"/>
                    <a:pt x="2065524" y="1653018"/>
                    <a:pt x="2041401" y="1649787"/>
                  </a:cubicBezTo>
                  <a:cubicBezTo>
                    <a:pt x="2012771" y="1645989"/>
                    <a:pt x="1980804" y="1649728"/>
                    <a:pt x="1955072" y="1641394"/>
                  </a:cubicBezTo>
                  <a:cubicBezTo>
                    <a:pt x="1928153" y="1632648"/>
                    <a:pt x="1906514" y="1640440"/>
                    <a:pt x="1883129" y="1644393"/>
                  </a:cubicBezTo>
                  <a:cubicBezTo>
                    <a:pt x="1845824" y="1650585"/>
                    <a:pt x="1808893" y="1660526"/>
                    <a:pt x="1770492" y="1652019"/>
                  </a:cubicBezTo>
                  <a:cubicBezTo>
                    <a:pt x="1723819" y="1641714"/>
                    <a:pt x="1677489" y="1630452"/>
                    <a:pt x="1630653" y="1620782"/>
                  </a:cubicBezTo>
                  <a:cubicBezTo>
                    <a:pt x="1612549" y="1617102"/>
                    <a:pt x="1593218" y="1616151"/>
                    <a:pt x="1574457" y="1615016"/>
                  </a:cubicBezTo>
                  <a:cubicBezTo>
                    <a:pt x="1556686" y="1614146"/>
                    <a:pt x="1535710" y="1619551"/>
                    <a:pt x="1521784" y="1613632"/>
                  </a:cubicBezTo>
                  <a:cubicBezTo>
                    <a:pt x="1485979" y="1598408"/>
                    <a:pt x="1449621" y="1591844"/>
                    <a:pt x="1409187" y="1593793"/>
                  </a:cubicBezTo>
                  <a:cubicBezTo>
                    <a:pt x="1394024" y="1594524"/>
                    <a:pt x="1378911" y="1588189"/>
                    <a:pt x="1363496" y="1587676"/>
                  </a:cubicBezTo>
                  <a:cubicBezTo>
                    <a:pt x="1342425" y="1587124"/>
                    <a:pt x="1318117" y="1584058"/>
                    <a:pt x="1300134" y="1590889"/>
                  </a:cubicBezTo>
                  <a:cubicBezTo>
                    <a:pt x="1257854" y="1607051"/>
                    <a:pt x="1222495" y="1596986"/>
                    <a:pt x="1184306" y="1584859"/>
                  </a:cubicBezTo>
                  <a:cubicBezTo>
                    <a:pt x="1146708" y="1572861"/>
                    <a:pt x="1107302" y="1563776"/>
                    <a:pt x="1067600" y="1556587"/>
                  </a:cubicBezTo>
                  <a:cubicBezTo>
                    <a:pt x="1052669" y="1554011"/>
                    <a:pt x="1035245" y="1560344"/>
                    <a:pt x="1018967" y="1562226"/>
                  </a:cubicBezTo>
                  <a:cubicBezTo>
                    <a:pt x="1013150" y="1562822"/>
                    <a:pt x="1006759" y="1563601"/>
                    <a:pt x="1001437" y="1562287"/>
                  </a:cubicBezTo>
                  <a:cubicBezTo>
                    <a:pt x="949978" y="1549702"/>
                    <a:pt x="897913" y="1540756"/>
                    <a:pt x="843282" y="1551235"/>
                  </a:cubicBezTo>
                  <a:cubicBezTo>
                    <a:pt x="838267" y="1552263"/>
                    <a:pt x="832545" y="1550812"/>
                    <a:pt x="827437" y="1549959"/>
                  </a:cubicBezTo>
                  <a:cubicBezTo>
                    <a:pt x="802478" y="1545513"/>
                    <a:pt x="777945" y="1537750"/>
                    <a:pt x="752774" y="1536924"/>
                  </a:cubicBezTo>
                  <a:cubicBezTo>
                    <a:pt x="690717" y="1534893"/>
                    <a:pt x="628418" y="1535855"/>
                    <a:pt x="566053" y="1535567"/>
                  </a:cubicBezTo>
                  <a:cubicBezTo>
                    <a:pt x="562157" y="1535598"/>
                    <a:pt x="558075" y="1535795"/>
                    <a:pt x="554525" y="1534867"/>
                  </a:cubicBezTo>
                  <a:cubicBezTo>
                    <a:pt x="531261" y="1529239"/>
                    <a:pt x="511348" y="1532398"/>
                    <a:pt x="492526" y="1546173"/>
                  </a:cubicBezTo>
                  <a:cubicBezTo>
                    <a:pt x="484245" y="1552222"/>
                    <a:pt x="472725" y="1555759"/>
                    <a:pt x="462187" y="1559407"/>
                  </a:cubicBezTo>
                  <a:cubicBezTo>
                    <a:pt x="446667" y="1564864"/>
                    <a:pt x="430753" y="1570181"/>
                    <a:pt x="414568" y="1573944"/>
                  </a:cubicBezTo>
                  <a:cubicBezTo>
                    <a:pt x="398570" y="1577539"/>
                    <a:pt x="381458" y="1582287"/>
                    <a:pt x="365802" y="1580845"/>
                  </a:cubicBezTo>
                  <a:cubicBezTo>
                    <a:pt x="337622" y="1578281"/>
                    <a:pt x="310567" y="1570797"/>
                    <a:pt x="282687" y="1566332"/>
                  </a:cubicBezTo>
                  <a:cubicBezTo>
                    <a:pt x="273064" y="1564756"/>
                    <a:pt x="262582" y="1565577"/>
                    <a:pt x="252662" y="1565897"/>
                  </a:cubicBezTo>
                  <a:cubicBezTo>
                    <a:pt x="229895" y="1566525"/>
                    <a:pt x="206788" y="1572190"/>
                    <a:pt x="185558" y="1560187"/>
                  </a:cubicBezTo>
                  <a:cubicBezTo>
                    <a:pt x="165921" y="1548893"/>
                    <a:pt x="146848" y="1553421"/>
                    <a:pt x="127273" y="1563624"/>
                  </a:cubicBezTo>
                  <a:cubicBezTo>
                    <a:pt x="113205" y="1570894"/>
                    <a:pt x="97127" y="1576849"/>
                    <a:pt x="81114" y="1580132"/>
                  </a:cubicBezTo>
                  <a:cubicBezTo>
                    <a:pt x="59119" y="1584644"/>
                    <a:pt x="37222" y="1587113"/>
                    <a:pt x="13214" y="1586229"/>
                  </a:cubicBezTo>
                  <a:lnTo>
                    <a:pt x="0" y="1585408"/>
                  </a:lnTo>
                  <a:lnTo>
                    <a:pt x="0" y="1251083"/>
                  </a:lnTo>
                  <a:lnTo>
                    <a:pt x="4829" y="1250628"/>
                  </a:lnTo>
                  <a:cubicBezTo>
                    <a:pt x="19743" y="1248810"/>
                    <a:pt x="33925" y="1243890"/>
                    <a:pt x="48555" y="1240203"/>
                  </a:cubicBezTo>
                  <a:cubicBezTo>
                    <a:pt x="56634" y="1238087"/>
                    <a:pt x="65164" y="1233125"/>
                    <a:pt x="72789" y="1233698"/>
                  </a:cubicBezTo>
                  <a:cubicBezTo>
                    <a:pt x="116985" y="1237061"/>
                    <a:pt x="156575" y="1221656"/>
                    <a:pt x="197847" y="1212918"/>
                  </a:cubicBezTo>
                  <a:cubicBezTo>
                    <a:pt x="216941" y="1208859"/>
                    <a:pt x="234655" y="1200472"/>
                    <a:pt x="253067" y="1194405"/>
                  </a:cubicBezTo>
                  <a:cubicBezTo>
                    <a:pt x="257858" y="1192761"/>
                    <a:pt x="263240" y="1191246"/>
                    <a:pt x="268116" y="1191325"/>
                  </a:cubicBezTo>
                  <a:cubicBezTo>
                    <a:pt x="296002" y="1191864"/>
                    <a:pt x="323734" y="1193195"/>
                    <a:pt x="351434" y="1193900"/>
                  </a:cubicBezTo>
                  <a:cubicBezTo>
                    <a:pt x="376602" y="1194570"/>
                    <a:pt x="401901" y="1193978"/>
                    <a:pt x="414867" y="1216423"/>
                  </a:cubicBezTo>
                  <a:cubicBezTo>
                    <a:pt x="416792" y="1219940"/>
                    <a:pt x="422751" y="1222321"/>
                    <a:pt x="427335" y="1224454"/>
                  </a:cubicBezTo>
                  <a:cubicBezTo>
                    <a:pt x="498086" y="1257296"/>
                    <a:pt x="534972" y="1254575"/>
                    <a:pt x="600582" y="1213120"/>
                  </a:cubicBezTo>
                  <a:cubicBezTo>
                    <a:pt x="607391" y="1208869"/>
                    <a:pt x="622223" y="1205328"/>
                    <a:pt x="627039" y="1208235"/>
                  </a:cubicBezTo>
                  <a:cubicBezTo>
                    <a:pt x="667947" y="1232315"/>
                    <a:pt x="711159" y="1227406"/>
                    <a:pt x="756446" y="1217062"/>
                  </a:cubicBezTo>
                  <a:cubicBezTo>
                    <a:pt x="768198" y="1214299"/>
                    <a:pt x="784916" y="1213493"/>
                    <a:pt x="794106" y="1218229"/>
                  </a:cubicBezTo>
                  <a:cubicBezTo>
                    <a:pt x="837831" y="1240132"/>
                    <a:pt x="883345" y="1234486"/>
                    <a:pt x="929268" y="1225211"/>
                  </a:cubicBezTo>
                  <a:cubicBezTo>
                    <a:pt x="936407" y="1223768"/>
                    <a:pt x="944870" y="1217395"/>
                    <a:pt x="947713" y="1211766"/>
                  </a:cubicBezTo>
                  <a:cubicBezTo>
                    <a:pt x="957859" y="1191817"/>
                    <a:pt x="978341" y="1184237"/>
                    <a:pt x="1001014" y="1177651"/>
                  </a:cubicBezTo>
                  <a:cubicBezTo>
                    <a:pt x="1036739" y="1166984"/>
                    <a:pt x="1071804" y="1154778"/>
                    <a:pt x="1107747" y="1144571"/>
                  </a:cubicBezTo>
                  <a:cubicBezTo>
                    <a:pt x="1116591" y="1142105"/>
                    <a:pt x="1127732" y="1142824"/>
                    <a:pt x="1137175" y="1144721"/>
                  </a:cubicBezTo>
                  <a:cubicBezTo>
                    <a:pt x="1169439" y="1151170"/>
                    <a:pt x="1190621" y="1170237"/>
                    <a:pt x="1213670" y="1187646"/>
                  </a:cubicBezTo>
                  <a:cubicBezTo>
                    <a:pt x="1223783" y="1195319"/>
                    <a:pt x="1237474" y="1200466"/>
                    <a:pt x="1250725" y="1204534"/>
                  </a:cubicBezTo>
                  <a:cubicBezTo>
                    <a:pt x="1285128" y="1214961"/>
                    <a:pt x="1320250" y="1224096"/>
                    <a:pt x="1355013" y="1233876"/>
                  </a:cubicBezTo>
                  <a:cubicBezTo>
                    <a:pt x="1358370" y="1234813"/>
                    <a:pt x="1361226" y="1237500"/>
                    <a:pt x="1363867" y="1239727"/>
                  </a:cubicBezTo>
                  <a:cubicBezTo>
                    <a:pt x="1390329" y="1263248"/>
                    <a:pt x="1416604" y="1286933"/>
                    <a:pt x="1443262" y="1310445"/>
                  </a:cubicBezTo>
                  <a:cubicBezTo>
                    <a:pt x="1448347" y="1314908"/>
                    <a:pt x="1455513" y="1318016"/>
                    <a:pt x="1460979" y="1322303"/>
                  </a:cubicBezTo>
                  <a:cubicBezTo>
                    <a:pt x="1468669" y="1328210"/>
                    <a:pt x="1478286" y="1333711"/>
                    <a:pt x="1482536" y="1341039"/>
                  </a:cubicBezTo>
                  <a:cubicBezTo>
                    <a:pt x="1495726" y="1364100"/>
                    <a:pt x="1519349" y="1373163"/>
                    <a:pt x="1548717" y="1376141"/>
                  </a:cubicBezTo>
                  <a:cubicBezTo>
                    <a:pt x="1575545" y="1378927"/>
                    <a:pt x="1602342" y="1381090"/>
                    <a:pt x="1629003" y="1384512"/>
                  </a:cubicBezTo>
                  <a:cubicBezTo>
                    <a:pt x="1661543" y="1388593"/>
                    <a:pt x="1693912" y="1393153"/>
                    <a:pt x="1726123" y="1398505"/>
                  </a:cubicBezTo>
                  <a:cubicBezTo>
                    <a:pt x="1740066" y="1400816"/>
                    <a:pt x="1754811" y="1403557"/>
                    <a:pt x="1766964" y="1409092"/>
                  </a:cubicBezTo>
                  <a:cubicBezTo>
                    <a:pt x="1801017" y="1424400"/>
                    <a:pt x="1837141" y="1434114"/>
                    <a:pt x="1875994" y="1427691"/>
                  </a:cubicBezTo>
                  <a:cubicBezTo>
                    <a:pt x="1907115" y="1422580"/>
                    <a:pt x="1933803" y="1430553"/>
                    <a:pt x="1953935" y="1444021"/>
                  </a:cubicBezTo>
                  <a:cubicBezTo>
                    <a:pt x="1990575" y="1468464"/>
                    <a:pt x="2028191" y="1460686"/>
                    <a:pt x="2065495" y="1450414"/>
                  </a:cubicBezTo>
                  <a:cubicBezTo>
                    <a:pt x="2084723" y="1445093"/>
                    <a:pt x="2100691" y="1444951"/>
                    <a:pt x="2119362" y="1448287"/>
                  </a:cubicBezTo>
                  <a:cubicBezTo>
                    <a:pt x="2162602" y="1456090"/>
                    <a:pt x="2192468" y="1481487"/>
                    <a:pt x="2221201" y="1503642"/>
                  </a:cubicBezTo>
                  <a:cubicBezTo>
                    <a:pt x="2245688" y="1522550"/>
                    <a:pt x="2272668" y="1532548"/>
                    <a:pt x="2302040" y="1539608"/>
                  </a:cubicBezTo>
                  <a:cubicBezTo>
                    <a:pt x="2339105" y="1548650"/>
                    <a:pt x="2367870" y="1543183"/>
                    <a:pt x="2384113" y="1516348"/>
                  </a:cubicBezTo>
                  <a:cubicBezTo>
                    <a:pt x="2388617" y="1508754"/>
                    <a:pt x="2396755" y="1499730"/>
                    <a:pt x="2405786" y="1497098"/>
                  </a:cubicBezTo>
                  <a:cubicBezTo>
                    <a:pt x="2449381" y="1484011"/>
                    <a:pt x="2493321" y="1465885"/>
                    <a:pt x="2541024" y="1473316"/>
                  </a:cubicBezTo>
                  <a:cubicBezTo>
                    <a:pt x="2606979" y="1483476"/>
                    <a:pt x="2670700" y="1479620"/>
                    <a:pt x="2735378" y="1463319"/>
                  </a:cubicBezTo>
                  <a:cubicBezTo>
                    <a:pt x="2840290" y="1436918"/>
                    <a:pt x="2945143" y="1409264"/>
                    <a:pt x="3056752" y="1408590"/>
                  </a:cubicBezTo>
                  <a:cubicBezTo>
                    <a:pt x="3075255" y="1408484"/>
                    <a:pt x="3096759" y="1397873"/>
                    <a:pt x="3112247" y="1387711"/>
                  </a:cubicBezTo>
                  <a:cubicBezTo>
                    <a:pt x="3141904" y="1368391"/>
                    <a:pt x="3140475" y="1367046"/>
                    <a:pt x="3175396" y="1380116"/>
                  </a:cubicBezTo>
                  <a:cubicBezTo>
                    <a:pt x="3183734" y="1383324"/>
                    <a:pt x="3193949" y="1385028"/>
                    <a:pt x="3200231" y="1390061"/>
                  </a:cubicBezTo>
                  <a:cubicBezTo>
                    <a:pt x="3232249" y="1415668"/>
                    <a:pt x="3269837" y="1407264"/>
                    <a:pt x="3307359" y="1401532"/>
                  </a:cubicBezTo>
                  <a:cubicBezTo>
                    <a:pt x="3313931" y="1400431"/>
                    <a:pt x="3321847" y="1398950"/>
                    <a:pt x="3327591" y="1400871"/>
                  </a:cubicBezTo>
                  <a:cubicBezTo>
                    <a:pt x="3353529" y="1409506"/>
                    <a:pt x="3374940" y="1405023"/>
                    <a:pt x="3396452" y="1390488"/>
                  </a:cubicBezTo>
                  <a:cubicBezTo>
                    <a:pt x="3415136" y="1377975"/>
                    <a:pt x="3436965" y="1370017"/>
                    <a:pt x="3460402" y="1383325"/>
                  </a:cubicBezTo>
                  <a:cubicBezTo>
                    <a:pt x="3512481" y="1412831"/>
                    <a:pt x="3566594" y="1411791"/>
                    <a:pt x="3622771" y="1388838"/>
                  </a:cubicBezTo>
                  <a:cubicBezTo>
                    <a:pt x="3662895" y="1372465"/>
                    <a:pt x="3702976" y="1367237"/>
                    <a:pt x="3746637" y="1379728"/>
                  </a:cubicBezTo>
                  <a:cubicBezTo>
                    <a:pt x="3763431" y="1384568"/>
                    <a:pt x="3784631" y="1379779"/>
                    <a:pt x="3803936" y="1380104"/>
                  </a:cubicBezTo>
                  <a:cubicBezTo>
                    <a:pt x="3814852" y="1380206"/>
                    <a:pt x="3826912" y="1379781"/>
                    <a:pt x="3836429" y="1383246"/>
                  </a:cubicBezTo>
                  <a:cubicBezTo>
                    <a:pt x="3861796" y="1392067"/>
                    <a:pt x="3885544" y="1403791"/>
                    <a:pt x="3911096" y="1412447"/>
                  </a:cubicBezTo>
                  <a:cubicBezTo>
                    <a:pt x="3923375" y="1416563"/>
                    <a:pt x="3937880" y="1418374"/>
                    <a:pt x="3951494" y="1417876"/>
                  </a:cubicBezTo>
                  <a:cubicBezTo>
                    <a:pt x="3991770" y="1416719"/>
                    <a:pt x="4032008" y="1414779"/>
                    <a:pt x="4071982" y="1411440"/>
                  </a:cubicBezTo>
                  <a:cubicBezTo>
                    <a:pt x="4137967" y="1406061"/>
                    <a:pt x="4205006" y="1402357"/>
                    <a:pt x="4250380" y="1353404"/>
                  </a:cubicBezTo>
                  <a:cubicBezTo>
                    <a:pt x="4254089" y="1349458"/>
                    <a:pt x="4262340" y="1346862"/>
                    <a:pt x="4268920" y="1345917"/>
                  </a:cubicBezTo>
                  <a:cubicBezTo>
                    <a:pt x="4299294" y="1341472"/>
                    <a:pt x="4330574" y="1339650"/>
                    <a:pt x="4360470" y="1333343"/>
                  </a:cubicBezTo>
                  <a:cubicBezTo>
                    <a:pt x="4384386" y="1328268"/>
                    <a:pt x="4404468" y="1328555"/>
                    <a:pt x="4423403" y="1341452"/>
                  </a:cubicBezTo>
                  <a:cubicBezTo>
                    <a:pt x="4448189" y="1358462"/>
                    <a:pt x="4477861" y="1367704"/>
                    <a:pt x="4509460" y="1360374"/>
                  </a:cubicBezTo>
                  <a:cubicBezTo>
                    <a:pt x="4541065" y="1353201"/>
                    <a:pt x="4562648" y="1364401"/>
                    <a:pt x="4586780" y="1375951"/>
                  </a:cubicBezTo>
                  <a:cubicBezTo>
                    <a:pt x="4604332" y="1384363"/>
                    <a:pt x="4624329" y="1395013"/>
                    <a:pt x="4643424" y="1395033"/>
                  </a:cubicBezTo>
                  <a:cubicBezTo>
                    <a:pt x="4686675" y="1394988"/>
                    <a:pt x="4725358" y="1425453"/>
                    <a:pt x="4771320" y="1404876"/>
                  </a:cubicBezTo>
                  <a:cubicBezTo>
                    <a:pt x="4774371" y="1403474"/>
                    <a:pt x="4780158" y="1406334"/>
                    <a:pt x="4784667" y="1406901"/>
                  </a:cubicBezTo>
                  <a:cubicBezTo>
                    <a:pt x="4820721" y="1411127"/>
                    <a:pt x="4854069" y="1403711"/>
                    <a:pt x="4879368" y="1382875"/>
                  </a:cubicBezTo>
                  <a:cubicBezTo>
                    <a:pt x="4912543" y="1355694"/>
                    <a:pt x="4950522" y="1351352"/>
                    <a:pt x="4993296" y="1357609"/>
                  </a:cubicBezTo>
                  <a:cubicBezTo>
                    <a:pt x="5007034" y="1359614"/>
                    <a:pt x="5020731" y="1360837"/>
                    <a:pt x="5034636" y="1362363"/>
                  </a:cubicBezTo>
                  <a:cubicBezTo>
                    <a:pt x="5053449" y="1364595"/>
                    <a:pt x="5072464" y="1366976"/>
                    <a:pt x="5091273" y="1369207"/>
                  </a:cubicBezTo>
                  <a:cubicBezTo>
                    <a:pt x="5109504" y="1371467"/>
                    <a:pt x="5129782" y="1375825"/>
                    <a:pt x="5143127" y="1361686"/>
                  </a:cubicBezTo>
                  <a:cubicBezTo>
                    <a:pt x="5154621" y="1349517"/>
                    <a:pt x="5163226" y="1350201"/>
                    <a:pt x="5174789" y="1359688"/>
                  </a:cubicBezTo>
                  <a:cubicBezTo>
                    <a:pt x="5214968" y="1392905"/>
                    <a:pt x="5262677" y="1412577"/>
                    <a:pt x="5322233" y="1411274"/>
                  </a:cubicBezTo>
                  <a:cubicBezTo>
                    <a:pt x="5334495" y="1410998"/>
                    <a:pt x="5347041" y="1412589"/>
                    <a:pt x="5359206" y="1414357"/>
                  </a:cubicBezTo>
                  <a:cubicBezTo>
                    <a:pt x="5366661" y="1415410"/>
                    <a:pt x="5375679" y="1416546"/>
                    <a:pt x="5380352" y="1420558"/>
                  </a:cubicBezTo>
                  <a:cubicBezTo>
                    <a:pt x="5416702" y="1451134"/>
                    <a:pt x="5461130" y="1471435"/>
                    <a:pt x="5509233" y="1487165"/>
                  </a:cubicBezTo>
                  <a:cubicBezTo>
                    <a:pt x="5526453" y="1492769"/>
                    <a:pt x="5544842" y="1498316"/>
                    <a:pt x="5563203" y="1499314"/>
                  </a:cubicBezTo>
                  <a:cubicBezTo>
                    <a:pt x="5582343" y="1500274"/>
                    <a:pt x="5602213" y="1496178"/>
                    <a:pt x="5621569" y="1493518"/>
                  </a:cubicBezTo>
                  <a:cubicBezTo>
                    <a:pt x="5632992" y="1492027"/>
                    <a:pt x="5646218" y="1491546"/>
                    <a:pt x="5655136" y="1486565"/>
                  </a:cubicBezTo>
                  <a:cubicBezTo>
                    <a:pt x="5683412" y="1470920"/>
                    <a:pt x="5710663" y="1454227"/>
                    <a:pt x="5736883" y="1436327"/>
                  </a:cubicBezTo>
                  <a:cubicBezTo>
                    <a:pt x="5759329" y="1420964"/>
                    <a:pt x="5763896" y="1418703"/>
                    <a:pt x="5784777" y="1435588"/>
                  </a:cubicBezTo>
                  <a:cubicBezTo>
                    <a:pt x="5806265" y="1452914"/>
                    <a:pt x="5832384" y="1461227"/>
                    <a:pt x="5860952" y="1463773"/>
                  </a:cubicBezTo>
                  <a:cubicBezTo>
                    <a:pt x="5906149" y="1467715"/>
                    <a:pt x="5951689" y="1470699"/>
                    <a:pt x="5997123" y="1471491"/>
                  </a:cubicBezTo>
                  <a:cubicBezTo>
                    <a:pt x="6038268" y="1472175"/>
                    <a:pt x="6057205" y="1456823"/>
                    <a:pt x="6063793" y="1423706"/>
                  </a:cubicBezTo>
                  <a:cubicBezTo>
                    <a:pt x="6067583" y="1405318"/>
                    <a:pt x="6072658" y="1385299"/>
                    <a:pt x="6097303" y="1379247"/>
                  </a:cubicBezTo>
                  <a:cubicBezTo>
                    <a:pt x="6137553" y="1369459"/>
                    <a:pt x="6179569" y="1363982"/>
                    <a:pt x="6197741" y="1324656"/>
                  </a:cubicBezTo>
                  <a:cubicBezTo>
                    <a:pt x="6209228" y="1332576"/>
                    <a:pt x="6216273" y="1337259"/>
                    <a:pt x="6223125" y="1341950"/>
                  </a:cubicBezTo>
                  <a:cubicBezTo>
                    <a:pt x="6242068" y="1355004"/>
                    <a:pt x="6280258" y="1359128"/>
                    <a:pt x="6298923" y="1346144"/>
                  </a:cubicBezTo>
                  <a:cubicBezTo>
                    <a:pt x="6326456" y="1327240"/>
                    <a:pt x="6352664" y="1329272"/>
                    <a:pt x="6380532" y="1341582"/>
                  </a:cubicBezTo>
                  <a:cubicBezTo>
                    <a:pt x="6427106" y="1361936"/>
                    <a:pt x="6477590" y="1354322"/>
                    <a:pt x="6523222" y="1343021"/>
                  </a:cubicBezTo>
                  <a:cubicBezTo>
                    <a:pt x="6557692" y="1334610"/>
                    <a:pt x="6594223" y="1320451"/>
                    <a:pt x="6615600" y="1291015"/>
                  </a:cubicBezTo>
                  <a:cubicBezTo>
                    <a:pt x="6622353" y="1281587"/>
                    <a:pt x="6638269" y="1276267"/>
                    <a:pt x="6650812" y="1269700"/>
                  </a:cubicBezTo>
                  <a:cubicBezTo>
                    <a:pt x="6661270" y="1264331"/>
                    <a:pt x="6672325" y="1259247"/>
                    <a:pt x="6684030" y="1255543"/>
                  </a:cubicBezTo>
                  <a:cubicBezTo>
                    <a:pt x="6696499" y="1251489"/>
                    <a:pt x="6710255" y="1245804"/>
                    <a:pt x="6722764" y="1246615"/>
                  </a:cubicBezTo>
                  <a:cubicBezTo>
                    <a:pt x="6760669" y="1248867"/>
                    <a:pt x="6790221" y="1239438"/>
                    <a:pt x="6815757" y="1215451"/>
                  </a:cubicBezTo>
                  <a:cubicBezTo>
                    <a:pt x="6828992" y="1203043"/>
                    <a:pt x="6848714" y="1187812"/>
                    <a:pt x="6866200" y="1186810"/>
                  </a:cubicBezTo>
                  <a:cubicBezTo>
                    <a:pt x="6908748" y="1184290"/>
                    <a:pt x="6943582" y="1171310"/>
                    <a:pt x="6981228" y="1155999"/>
                  </a:cubicBezTo>
                  <a:cubicBezTo>
                    <a:pt x="7005498" y="1146197"/>
                    <a:pt x="7033203" y="1138898"/>
                    <a:pt x="7059255" y="1129638"/>
                  </a:cubicBezTo>
                  <a:cubicBezTo>
                    <a:pt x="7089708" y="1118754"/>
                    <a:pt x="7123173" y="1113688"/>
                    <a:pt x="7140774" y="1086787"/>
                  </a:cubicBezTo>
                  <a:cubicBezTo>
                    <a:pt x="7142774" y="1083867"/>
                    <a:pt x="7149168" y="1083087"/>
                    <a:pt x="7152150" y="1080276"/>
                  </a:cubicBezTo>
                  <a:cubicBezTo>
                    <a:pt x="7161669" y="1071656"/>
                    <a:pt x="7174137" y="1063523"/>
                    <a:pt x="7178911" y="1053404"/>
                  </a:cubicBezTo>
                  <a:cubicBezTo>
                    <a:pt x="7192683" y="1023864"/>
                    <a:pt x="7203105" y="993543"/>
                    <a:pt x="7215302" y="963609"/>
                  </a:cubicBezTo>
                  <a:cubicBezTo>
                    <a:pt x="7217917" y="957204"/>
                    <a:pt x="7220252" y="949088"/>
                    <a:pt x="7226104" y="945196"/>
                  </a:cubicBezTo>
                  <a:cubicBezTo>
                    <a:pt x="7259903" y="922850"/>
                    <a:pt x="7294324" y="901259"/>
                    <a:pt x="7329145" y="879964"/>
                  </a:cubicBezTo>
                  <a:cubicBezTo>
                    <a:pt x="7343153" y="871441"/>
                    <a:pt x="7355416" y="875246"/>
                    <a:pt x="7368683" y="883708"/>
                  </a:cubicBezTo>
                  <a:cubicBezTo>
                    <a:pt x="7381539" y="891720"/>
                    <a:pt x="7397326" y="899904"/>
                    <a:pt x="7412980" y="901348"/>
                  </a:cubicBezTo>
                  <a:cubicBezTo>
                    <a:pt x="7444287" y="904075"/>
                    <a:pt x="7476599" y="903459"/>
                    <a:pt x="7508285" y="901932"/>
                  </a:cubicBezTo>
                  <a:cubicBezTo>
                    <a:pt x="7520142" y="901360"/>
                    <a:pt x="7532504" y="895115"/>
                    <a:pt x="7543367" y="890040"/>
                  </a:cubicBezTo>
                  <a:cubicBezTo>
                    <a:pt x="7563943" y="880416"/>
                    <a:pt x="7582823" y="867892"/>
                    <a:pt x="7604247" y="859640"/>
                  </a:cubicBezTo>
                  <a:cubicBezTo>
                    <a:pt x="7629118" y="850124"/>
                    <a:pt x="7643637" y="836083"/>
                    <a:pt x="7650214" y="814893"/>
                  </a:cubicBezTo>
                  <a:cubicBezTo>
                    <a:pt x="7659996" y="783349"/>
                    <a:pt x="7685780" y="760447"/>
                    <a:pt x="7716618" y="741384"/>
                  </a:cubicBezTo>
                  <a:cubicBezTo>
                    <a:pt x="7755776" y="717054"/>
                    <a:pt x="7803842" y="715836"/>
                    <a:pt x="7849257" y="708153"/>
                  </a:cubicBezTo>
                  <a:cubicBezTo>
                    <a:pt x="7866654" y="705274"/>
                    <a:pt x="7884648" y="702680"/>
                    <a:pt x="7900340" y="696745"/>
                  </a:cubicBezTo>
                  <a:cubicBezTo>
                    <a:pt x="7959856" y="674415"/>
                    <a:pt x="8019419" y="653027"/>
                    <a:pt x="8085922" y="650290"/>
                  </a:cubicBezTo>
                  <a:cubicBezTo>
                    <a:pt x="8091363" y="650028"/>
                    <a:pt x="8096784" y="649297"/>
                    <a:pt x="8102187" y="648251"/>
                  </a:cubicBezTo>
                  <a:cubicBezTo>
                    <a:pt x="8149113" y="639554"/>
                    <a:pt x="8197783" y="634697"/>
                    <a:pt x="8229960" y="598934"/>
                  </a:cubicBezTo>
                  <a:cubicBezTo>
                    <a:pt x="8235879" y="592372"/>
                    <a:pt x="8249977" y="589809"/>
                    <a:pt x="8260743" y="586776"/>
                  </a:cubicBezTo>
                  <a:cubicBezTo>
                    <a:pt x="8279402" y="581797"/>
                    <a:pt x="8291640" y="572890"/>
                    <a:pt x="8297724" y="557687"/>
                  </a:cubicBezTo>
                  <a:cubicBezTo>
                    <a:pt x="8307955" y="531456"/>
                    <a:pt x="8320347" y="505592"/>
                    <a:pt x="8329397" y="479103"/>
                  </a:cubicBezTo>
                  <a:cubicBezTo>
                    <a:pt x="8335728" y="460909"/>
                    <a:pt x="8348665" y="450397"/>
                    <a:pt x="8369109" y="442035"/>
                  </a:cubicBezTo>
                  <a:cubicBezTo>
                    <a:pt x="8380576" y="437403"/>
                    <a:pt x="8390254" y="427991"/>
                    <a:pt x="8398212" y="419288"/>
                  </a:cubicBezTo>
                  <a:cubicBezTo>
                    <a:pt x="8407837" y="408781"/>
                    <a:pt x="8412443" y="395219"/>
                    <a:pt x="8423091" y="385761"/>
                  </a:cubicBezTo>
                  <a:cubicBezTo>
                    <a:pt x="8449039" y="362224"/>
                    <a:pt x="8456213" y="337239"/>
                    <a:pt x="8445807" y="307296"/>
                  </a:cubicBezTo>
                  <a:cubicBezTo>
                    <a:pt x="8436540" y="280748"/>
                    <a:pt x="8455797" y="243723"/>
                    <a:pt x="8483136" y="236912"/>
                  </a:cubicBezTo>
                  <a:cubicBezTo>
                    <a:pt x="8513359" y="229334"/>
                    <a:pt x="8533628" y="213293"/>
                    <a:pt x="8554397" y="195498"/>
                  </a:cubicBezTo>
                  <a:cubicBezTo>
                    <a:pt x="8565995" y="185523"/>
                    <a:pt x="8582515" y="176566"/>
                    <a:pt x="8598729" y="173430"/>
                  </a:cubicBezTo>
                  <a:cubicBezTo>
                    <a:pt x="8660300" y="161360"/>
                    <a:pt x="8719345" y="169655"/>
                    <a:pt x="8779113" y="184822"/>
                  </a:cubicBezTo>
                  <a:cubicBezTo>
                    <a:pt x="8818165" y="194711"/>
                    <a:pt x="8861082" y="195780"/>
                    <a:pt x="8902517" y="198490"/>
                  </a:cubicBezTo>
                  <a:cubicBezTo>
                    <a:pt x="8915416" y="199280"/>
                    <a:pt x="8931592" y="195363"/>
                    <a:pt x="8942393" y="189035"/>
                  </a:cubicBezTo>
                  <a:cubicBezTo>
                    <a:pt x="8980304" y="167119"/>
                    <a:pt x="9017990" y="144586"/>
                    <a:pt x="9053027" y="119670"/>
                  </a:cubicBezTo>
                  <a:cubicBezTo>
                    <a:pt x="9085607" y="96286"/>
                    <a:pt x="9123074" y="85377"/>
                    <a:pt x="9164008" y="85758"/>
                  </a:cubicBezTo>
                  <a:cubicBezTo>
                    <a:pt x="9193832" y="86047"/>
                    <a:pt x="9220467" y="80839"/>
                    <a:pt x="9248172" y="73540"/>
                  </a:cubicBezTo>
                  <a:cubicBezTo>
                    <a:pt x="9271257" y="67405"/>
                    <a:pt x="9296748" y="62723"/>
                    <a:pt x="9320568" y="63772"/>
                  </a:cubicBezTo>
                  <a:cubicBezTo>
                    <a:pt x="9353959" y="65301"/>
                    <a:pt x="9381150" y="59440"/>
                    <a:pt x="9407003" y="42029"/>
                  </a:cubicBezTo>
                  <a:cubicBezTo>
                    <a:pt x="9420777" y="32732"/>
                    <a:pt x="9438831" y="27312"/>
                    <a:pt x="9455456" y="20546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1000297-B3F2-4605-9C3B-D7655D682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739305" cy="1775939"/>
            </a:xfrm>
            <a:custGeom>
              <a:avLst/>
              <a:gdLst>
                <a:gd name="connsiteX0" fmla="*/ 9506323 w 9739305"/>
                <a:gd name="connsiteY0" fmla="*/ 0 h 1775939"/>
                <a:gd name="connsiteX1" fmla="*/ 9739305 w 9739305"/>
                <a:gd name="connsiteY1" fmla="*/ 0 h 1775939"/>
                <a:gd name="connsiteX2" fmla="*/ 9721016 w 9739305"/>
                <a:gd name="connsiteY2" fmla="*/ 12453 h 1775939"/>
                <a:gd name="connsiteX3" fmla="*/ 9619776 w 9739305"/>
                <a:gd name="connsiteY3" fmla="*/ 90780 h 1775939"/>
                <a:gd name="connsiteX4" fmla="*/ 9506710 w 9739305"/>
                <a:gd name="connsiteY4" fmla="*/ 158222 h 1775939"/>
                <a:gd name="connsiteX5" fmla="*/ 9417057 w 9739305"/>
                <a:gd name="connsiteY5" fmla="*/ 238502 h 1775939"/>
                <a:gd name="connsiteX6" fmla="*/ 9380548 w 9739305"/>
                <a:gd name="connsiteY6" fmla="*/ 281379 h 1775939"/>
                <a:gd name="connsiteX7" fmla="*/ 9301035 w 9739305"/>
                <a:gd name="connsiteY7" fmla="*/ 313304 h 1775939"/>
                <a:gd name="connsiteX8" fmla="*/ 9215480 w 9739305"/>
                <a:gd name="connsiteY8" fmla="*/ 361372 h 1775939"/>
                <a:gd name="connsiteX9" fmla="*/ 9155376 w 9739305"/>
                <a:gd name="connsiteY9" fmla="*/ 407897 h 1775939"/>
                <a:gd name="connsiteX10" fmla="*/ 9108770 w 9739305"/>
                <a:gd name="connsiteY10" fmla="*/ 439335 h 1775939"/>
                <a:gd name="connsiteX11" fmla="*/ 9042339 w 9739305"/>
                <a:gd name="connsiteY11" fmla="*/ 471886 h 1775939"/>
                <a:gd name="connsiteX12" fmla="*/ 8976155 w 9739305"/>
                <a:gd name="connsiteY12" fmla="*/ 513526 h 1775939"/>
                <a:gd name="connsiteX13" fmla="*/ 8944250 w 9739305"/>
                <a:gd name="connsiteY13" fmla="*/ 538762 h 1775939"/>
                <a:gd name="connsiteX14" fmla="*/ 8882191 w 9739305"/>
                <a:gd name="connsiteY14" fmla="*/ 581144 h 1775939"/>
                <a:gd name="connsiteX15" fmla="*/ 8818061 w 9739305"/>
                <a:gd name="connsiteY15" fmla="*/ 620960 h 1775939"/>
                <a:gd name="connsiteX16" fmla="*/ 8696263 w 9739305"/>
                <a:gd name="connsiteY16" fmla="*/ 668892 h 1775939"/>
                <a:gd name="connsiteX17" fmla="*/ 8586493 w 9739305"/>
                <a:gd name="connsiteY17" fmla="*/ 736016 h 1775939"/>
                <a:gd name="connsiteX18" fmla="*/ 8499250 w 9739305"/>
                <a:gd name="connsiteY18" fmla="*/ 785420 h 1775939"/>
                <a:gd name="connsiteX19" fmla="*/ 8448581 w 9739305"/>
                <a:gd name="connsiteY19" fmla="*/ 817525 h 1775939"/>
                <a:gd name="connsiteX20" fmla="*/ 8356131 w 9739305"/>
                <a:gd name="connsiteY20" fmla="*/ 888209 h 1775939"/>
                <a:gd name="connsiteX21" fmla="*/ 8211166 w 9739305"/>
                <a:gd name="connsiteY21" fmla="*/ 964878 h 1775939"/>
                <a:gd name="connsiteX22" fmla="*/ 8123367 w 9739305"/>
                <a:gd name="connsiteY22" fmla="*/ 1006776 h 1775939"/>
                <a:gd name="connsiteX23" fmla="*/ 7933271 w 9739305"/>
                <a:gd name="connsiteY23" fmla="*/ 1072752 h 1775939"/>
                <a:gd name="connsiteX24" fmla="*/ 7872042 w 9739305"/>
                <a:gd name="connsiteY24" fmla="*/ 1095949 h 1775939"/>
                <a:gd name="connsiteX25" fmla="*/ 7801540 w 9739305"/>
                <a:gd name="connsiteY25" fmla="*/ 1112687 h 1775939"/>
                <a:gd name="connsiteX26" fmla="*/ 7688760 w 9739305"/>
                <a:gd name="connsiteY26" fmla="*/ 1149668 h 1775939"/>
                <a:gd name="connsiteX27" fmla="*/ 7468219 w 9739305"/>
                <a:gd name="connsiteY27" fmla="*/ 1214601 h 1775939"/>
                <a:gd name="connsiteX28" fmla="*/ 7419634 w 9739305"/>
                <a:gd name="connsiteY28" fmla="*/ 1225261 h 1775939"/>
                <a:gd name="connsiteX29" fmla="*/ 7296522 w 9739305"/>
                <a:gd name="connsiteY29" fmla="*/ 1266193 h 1775939"/>
                <a:gd name="connsiteX30" fmla="*/ 7222817 w 9739305"/>
                <a:gd name="connsiteY30" fmla="*/ 1293286 h 1775939"/>
                <a:gd name="connsiteX31" fmla="*/ 7161457 w 9739305"/>
                <a:gd name="connsiteY31" fmla="*/ 1309742 h 1775939"/>
                <a:gd name="connsiteX32" fmla="*/ 7106944 w 9739305"/>
                <a:gd name="connsiteY32" fmla="*/ 1318647 h 1775939"/>
                <a:gd name="connsiteX33" fmla="*/ 6964204 w 9739305"/>
                <a:gd name="connsiteY33" fmla="*/ 1356601 h 1775939"/>
                <a:gd name="connsiteX34" fmla="*/ 6907255 w 9739305"/>
                <a:gd name="connsiteY34" fmla="*/ 1371589 h 1775939"/>
                <a:gd name="connsiteX35" fmla="*/ 6759991 w 9739305"/>
                <a:gd name="connsiteY35" fmla="*/ 1420747 h 1775939"/>
                <a:gd name="connsiteX36" fmla="*/ 6634783 w 9739305"/>
                <a:gd name="connsiteY36" fmla="*/ 1454562 h 1775939"/>
                <a:gd name="connsiteX37" fmla="*/ 6582555 w 9739305"/>
                <a:gd name="connsiteY37" fmla="*/ 1470418 h 1775939"/>
                <a:gd name="connsiteX38" fmla="*/ 6462719 w 9739305"/>
                <a:gd name="connsiteY38" fmla="*/ 1498482 h 1775939"/>
                <a:gd name="connsiteX39" fmla="*/ 6395050 w 9739305"/>
                <a:gd name="connsiteY39" fmla="*/ 1517437 h 1775939"/>
                <a:gd name="connsiteX40" fmla="*/ 6228927 w 9739305"/>
                <a:gd name="connsiteY40" fmla="*/ 1543179 h 1775939"/>
                <a:gd name="connsiteX41" fmla="*/ 6057331 w 9739305"/>
                <a:gd name="connsiteY41" fmla="*/ 1568558 h 1775939"/>
                <a:gd name="connsiteX42" fmla="*/ 5962939 w 9739305"/>
                <a:gd name="connsiteY42" fmla="*/ 1578758 h 1775939"/>
                <a:gd name="connsiteX43" fmla="*/ 5880756 w 9739305"/>
                <a:gd name="connsiteY43" fmla="*/ 1591666 h 1775939"/>
                <a:gd name="connsiteX44" fmla="*/ 5809105 w 9739305"/>
                <a:gd name="connsiteY44" fmla="*/ 1600770 h 1775939"/>
                <a:gd name="connsiteX45" fmla="*/ 5695165 w 9739305"/>
                <a:gd name="connsiteY45" fmla="*/ 1617719 h 1775939"/>
                <a:gd name="connsiteX46" fmla="*/ 5647685 w 9739305"/>
                <a:gd name="connsiteY46" fmla="*/ 1622990 h 1775939"/>
                <a:gd name="connsiteX47" fmla="*/ 5535323 w 9739305"/>
                <a:gd name="connsiteY47" fmla="*/ 1628248 h 1775939"/>
                <a:gd name="connsiteX48" fmla="*/ 5496177 w 9739305"/>
                <a:gd name="connsiteY48" fmla="*/ 1628567 h 1775939"/>
                <a:gd name="connsiteX49" fmla="*/ 5420013 w 9739305"/>
                <a:gd name="connsiteY49" fmla="*/ 1612778 h 1775939"/>
                <a:gd name="connsiteX50" fmla="*/ 5411005 w 9739305"/>
                <a:gd name="connsiteY50" fmla="*/ 1611800 h 1775939"/>
                <a:gd name="connsiteX51" fmla="*/ 5361259 w 9739305"/>
                <a:gd name="connsiteY51" fmla="*/ 1606507 h 1775939"/>
                <a:gd name="connsiteX52" fmla="*/ 5334120 w 9739305"/>
                <a:gd name="connsiteY52" fmla="*/ 1605305 h 1775939"/>
                <a:gd name="connsiteX53" fmla="*/ 5230715 w 9739305"/>
                <a:gd name="connsiteY53" fmla="*/ 1594283 h 1775939"/>
                <a:gd name="connsiteX54" fmla="*/ 5171263 w 9739305"/>
                <a:gd name="connsiteY54" fmla="*/ 1589616 h 1775939"/>
                <a:gd name="connsiteX55" fmla="*/ 5123496 w 9739305"/>
                <a:gd name="connsiteY55" fmla="*/ 1593018 h 1775939"/>
                <a:gd name="connsiteX56" fmla="*/ 5039590 w 9739305"/>
                <a:gd name="connsiteY56" fmla="*/ 1598474 h 1775939"/>
                <a:gd name="connsiteX57" fmla="*/ 5012937 w 9739305"/>
                <a:gd name="connsiteY57" fmla="*/ 1603369 h 1775939"/>
                <a:gd name="connsiteX58" fmla="*/ 4891143 w 9739305"/>
                <a:gd name="connsiteY58" fmla="*/ 1598882 h 1775939"/>
                <a:gd name="connsiteX59" fmla="*/ 4821905 w 9739305"/>
                <a:gd name="connsiteY59" fmla="*/ 1601436 h 1775939"/>
                <a:gd name="connsiteX60" fmla="*/ 4743339 w 9739305"/>
                <a:gd name="connsiteY60" fmla="*/ 1592353 h 1775939"/>
                <a:gd name="connsiteX61" fmla="*/ 4720626 w 9739305"/>
                <a:gd name="connsiteY61" fmla="*/ 1594076 h 1775939"/>
                <a:gd name="connsiteX62" fmla="*/ 4695215 w 9739305"/>
                <a:gd name="connsiteY62" fmla="*/ 1596400 h 1775939"/>
                <a:gd name="connsiteX63" fmla="*/ 4617116 w 9739305"/>
                <a:gd name="connsiteY63" fmla="*/ 1601107 h 1775939"/>
                <a:gd name="connsiteX64" fmla="*/ 4569913 w 9739305"/>
                <a:gd name="connsiteY64" fmla="*/ 1608091 h 1775939"/>
                <a:gd name="connsiteX65" fmla="*/ 4479392 w 9739305"/>
                <a:gd name="connsiteY65" fmla="*/ 1609630 h 1775939"/>
                <a:gd name="connsiteX66" fmla="*/ 4446151 w 9739305"/>
                <a:gd name="connsiteY66" fmla="*/ 1615312 h 1775939"/>
                <a:gd name="connsiteX67" fmla="*/ 4361619 w 9739305"/>
                <a:gd name="connsiteY67" fmla="*/ 1619859 h 1775939"/>
                <a:gd name="connsiteX68" fmla="*/ 4285695 w 9739305"/>
                <a:gd name="connsiteY68" fmla="*/ 1621164 h 1775939"/>
                <a:gd name="connsiteX69" fmla="*/ 4212667 w 9739305"/>
                <a:gd name="connsiteY69" fmla="*/ 1625940 h 1775939"/>
                <a:gd name="connsiteX70" fmla="*/ 4160628 w 9739305"/>
                <a:gd name="connsiteY70" fmla="*/ 1633627 h 1775939"/>
                <a:gd name="connsiteX71" fmla="*/ 4104018 w 9739305"/>
                <a:gd name="connsiteY71" fmla="*/ 1639495 h 1775939"/>
                <a:gd name="connsiteX72" fmla="*/ 3948438 w 9739305"/>
                <a:gd name="connsiteY72" fmla="*/ 1665671 h 1775939"/>
                <a:gd name="connsiteX73" fmla="*/ 3919256 w 9739305"/>
                <a:gd name="connsiteY73" fmla="*/ 1662527 h 1775939"/>
                <a:gd name="connsiteX74" fmla="*/ 3754603 w 9739305"/>
                <a:gd name="connsiteY74" fmla="*/ 1666227 h 1775939"/>
                <a:gd name="connsiteX75" fmla="*/ 3718852 w 9739305"/>
                <a:gd name="connsiteY75" fmla="*/ 1668265 h 1775939"/>
                <a:gd name="connsiteX76" fmla="*/ 3621934 w 9739305"/>
                <a:gd name="connsiteY76" fmla="*/ 1654418 h 1775939"/>
                <a:gd name="connsiteX77" fmla="*/ 3475226 w 9739305"/>
                <a:gd name="connsiteY77" fmla="*/ 1690838 h 1775939"/>
                <a:gd name="connsiteX78" fmla="*/ 3338395 w 9739305"/>
                <a:gd name="connsiteY78" fmla="*/ 1734157 h 1775939"/>
                <a:gd name="connsiteX79" fmla="*/ 3321128 w 9739305"/>
                <a:gd name="connsiteY79" fmla="*/ 1739699 h 1775939"/>
                <a:gd name="connsiteX80" fmla="*/ 3271751 w 9739305"/>
                <a:gd name="connsiteY80" fmla="*/ 1750083 h 1775939"/>
                <a:gd name="connsiteX81" fmla="*/ 3210267 w 9739305"/>
                <a:gd name="connsiteY81" fmla="*/ 1755871 h 1775939"/>
                <a:gd name="connsiteX82" fmla="*/ 3132456 w 9739305"/>
                <a:gd name="connsiteY82" fmla="*/ 1766527 h 1775939"/>
                <a:gd name="connsiteX83" fmla="*/ 3069450 w 9739305"/>
                <a:gd name="connsiteY83" fmla="*/ 1760933 h 1775939"/>
                <a:gd name="connsiteX84" fmla="*/ 2981357 w 9739305"/>
                <a:gd name="connsiteY84" fmla="*/ 1752311 h 1775939"/>
                <a:gd name="connsiteX85" fmla="*/ 2898350 w 9739305"/>
                <a:gd name="connsiteY85" fmla="*/ 1744071 h 1775939"/>
                <a:gd name="connsiteX86" fmla="*/ 2872998 w 9739305"/>
                <a:gd name="connsiteY86" fmla="*/ 1759731 h 1775939"/>
                <a:gd name="connsiteX87" fmla="*/ 2833363 w 9739305"/>
                <a:gd name="connsiteY87" fmla="*/ 1774197 h 1775939"/>
                <a:gd name="connsiteX88" fmla="*/ 2787932 w 9739305"/>
                <a:gd name="connsiteY88" fmla="*/ 1761321 h 1775939"/>
                <a:gd name="connsiteX89" fmla="*/ 2681851 w 9739305"/>
                <a:gd name="connsiteY89" fmla="*/ 1735206 h 1775939"/>
                <a:gd name="connsiteX90" fmla="*/ 2615692 w 9739305"/>
                <a:gd name="connsiteY90" fmla="*/ 1736981 h 1775939"/>
                <a:gd name="connsiteX91" fmla="*/ 2471401 w 9739305"/>
                <a:gd name="connsiteY91" fmla="*/ 1730598 h 1775939"/>
                <a:gd name="connsiteX92" fmla="*/ 2376602 w 9739305"/>
                <a:gd name="connsiteY92" fmla="*/ 1716179 h 1775939"/>
                <a:gd name="connsiteX93" fmla="*/ 2308117 w 9739305"/>
                <a:gd name="connsiteY93" fmla="*/ 1697980 h 1775939"/>
                <a:gd name="connsiteX94" fmla="*/ 2210156 w 9739305"/>
                <a:gd name="connsiteY94" fmla="*/ 1674611 h 1775939"/>
                <a:gd name="connsiteX95" fmla="*/ 2112456 w 9739305"/>
                <a:gd name="connsiteY95" fmla="*/ 1664725 h 1775939"/>
                <a:gd name="connsiteX96" fmla="*/ 2041401 w 9739305"/>
                <a:gd name="connsiteY96" fmla="*/ 1649787 h 1775939"/>
                <a:gd name="connsiteX97" fmla="*/ 1955072 w 9739305"/>
                <a:gd name="connsiteY97" fmla="*/ 1641394 h 1775939"/>
                <a:gd name="connsiteX98" fmla="*/ 1883129 w 9739305"/>
                <a:gd name="connsiteY98" fmla="*/ 1644393 h 1775939"/>
                <a:gd name="connsiteX99" fmla="*/ 1770492 w 9739305"/>
                <a:gd name="connsiteY99" fmla="*/ 1652019 h 1775939"/>
                <a:gd name="connsiteX100" fmla="*/ 1630653 w 9739305"/>
                <a:gd name="connsiteY100" fmla="*/ 1620782 h 1775939"/>
                <a:gd name="connsiteX101" fmla="*/ 1574457 w 9739305"/>
                <a:gd name="connsiteY101" fmla="*/ 1615016 h 1775939"/>
                <a:gd name="connsiteX102" fmla="*/ 1521784 w 9739305"/>
                <a:gd name="connsiteY102" fmla="*/ 1613632 h 1775939"/>
                <a:gd name="connsiteX103" fmla="*/ 1409187 w 9739305"/>
                <a:gd name="connsiteY103" fmla="*/ 1593793 h 1775939"/>
                <a:gd name="connsiteX104" fmla="*/ 1363496 w 9739305"/>
                <a:gd name="connsiteY104" fmla="*/ 1587676 h 1775939"/>
                <a:gd name="connsiteX105" fmla="*/ 1300134 w 9739305"/>
                <a:gd name="connsiteY105" fmla="*/ 1590889 h 1775939"/>
                <a:gd name="connsiteX106" fmla="*/ 1184306 w 9739305"/>
                <a:gd name="connsiteY106" fmla="*/ 1584859 h 1775939"/>
                <a:gd name="connsiteX107" fmla="*/ 1067600 w 9739305"/>
                <a:gd name="connsiteY107" fmla="*/ 1556587 h 1775939"/>
                <a:gd name="connsiteX108" fmla="*/ 1018967 w 9739305"/>
                <a:gd name="connsiteY108" fmla="*/ 1562226 h 1775939"/>
                <a:gd name="connsiteX109" fmla="*/ 1001437 w 9739305"/>
                <a:gd name="connsiteY109" fmla="*/ 1562287 h 1775939"/>
                <a:gd name="connsiteX110" fmla="*/ 843282 w 9739305"/>
                <a:gd name="connsiteY110" fmla="*/ 1551235 h 1775939"/>
                <a:gd name="connsiteX111" fmla="*/ 827437 w 9739305"/>
                <a:gd name="connsiteY111" fmla="*/ 1549959 h 1775939"/>
                <a:gd name="connsiteX112" fmla="*/ 752774 w 9739305"/>
                <a:gd name="connsiteY112" fmla="*/ 1536924 h 1775939"/>
                <a:gd name="connsiteX113" fmla="*/ 566053 w 9739305"/>
                <a:gd name="connsiteY113" fmla="*/ 1535567 h 1775939"/>
                <a:gd name="connsiteX114" fmla="*/ 554525 w 9739305"/>
                <a:gd name="connsiteY114" fmla="*/ 1534867 h 1775939"/>
                <a:gd name="connsiteX115" fmla="*/ 492526 w 9739305"/>
                <a:gd name="connsiteY115" fmla="*/ 1546173 h 1775939"/>
                <a:gd name="connsiteX116" fmla="*/ 462187 w 9739305"/>
                <a:gd name="connsiteY116" fmla="*/ 1559407 h 1775939"/>
                <a:gd name="connsiteX117" fmla="*/ 414568 w 9739305"/>
                <a:gd name="connsiteY117" fmla="*/ 1573944 h 1775939"/>
                <a:gd name="connsiteX118" fmla="*/ 365802 w 9739305"/>
                <a:gd name="connsiteY118" fmla="*/ 1580845 h 1775939"/>
                <a:gd name="connsiteX119" fmla="*/ 282687 w 9739305"/>
                <a:gd name="connsiteY119" fmla="*/ 1566332 h 1775939"/>
                <a:gd name="connsiteX120" fmla="*/ 252662 w 9739305"/>
                <a:gd name="connsiteY120" fmla="*/ 1565897 h 1775939"/>
                <a:gd name="connsiteX121" fmla="*/ 185558 w 9739305"/>
                <a:gd name="connsiteY121" fmla="*/ 1560187 h 1775939"/>
                <a:gd name="connsiteX122" fmla="*/ 127273 w 9739305"/>
                <a:gd name="connsiteY122" fmla="*/ 1563624 h 1775939"/>
                <a:gd name="connsiteX123" fmla="*/ 81114 w 9739305"/>
                <a:gd name="connsiteY123" fmla="*/ 1580132 h 1775939"/>
                <a:gd name="connsiteX124" fmla="*/ 13214 w 9739305"/>
                <a:gd name="connsiteY124" fmla="*/ 1586229 h 1775939"/>
                <a:gd name="connsiteX125" fmla="*/ 0 w 9739305"/>
                <a:gd name="connsiteY125" fmla="*/ 1585408 h 1775939"/>
                <a:gd name="connsiteX126" fmla="*/ 0 w 9739305"/>
                <a:gd name="connsiteY126" fmla="*/ 1251083 h 1775939"/>
                <a:gd name="connsiteX127" fmla="*/ 4829 w 9739305"/>
                <a:gd name="connsiteY127" fmla="*/ 1250628 h 1775939"/>
                <a:gd name="connsiteX128" fmla="*/ 48555 w 9739305"/>
                <a:gd name="connsiteY128" fmla="*/ 1240203 h 1775939"/>
                <a:gd name="connsiteX129" fmla="*/ 72789 w 9739305"/>
                <a:gd name="connsiteY129" fmla="*/ 1233698 h 1775939"/>
                <a:gd name="connsiteX130" fmla="*/ 197847 w 9739305"/>
                <a:gd name="connsiteY130" fmla="*/ 1212918 h 1775939"/>
                <a:gd name="connsiteX131" fmla="*/ 253067 w 9739305"/>
                <a:gd name="connsiteY131" fmla="*/ 1194405 h 1775939"/>
                <a:gd name="connsiteX132" fmla="*/ 268116 w 9739305"/>
                <a:gd name="connsiteY132" fmla="*/ 1191325 h 1775939"/>
                <a:gd name="connsiteX133" fmla="*/ 351434 w 9739305"/>
                <a:gd name="connsiteY133" fmla="*/ 1193900 h 1775939"/>
                <a:gd name="connsiteX134" fmla="*/ 414867 w 9739305"/>
                <a:gd name="connsiteY134" fmla="*/ 1216423 h 1775939"/>
                <a:gd name="connsiteX135" fmla="*/ 427335 w 9739305"/>
                <a:gd name="connsiteY135" fmla="*/ 1224454 h 1775939"/>
                <a:gd name="connsiteX136" fmla="*/ 600582 w 9739305"/>
                <a:gd name="connsiteY136" fmla="*/ 1213120 h 1775939"/>
                <a:gd name="connsiteX137" fmla="*/ 627039 w 9739305"/>
                <a:gd name="connsiteY137" fmla="*/ 1208235 h 1775939"/>
                <a:gd name="connsiteX138" fmla="*/ 756446 w 9739305"/>
                <a:gd name="connsiteY138" fmla="*/ 1217062 h 1775939"/>
                <a:gd name="connsiteX139" fmla="*/ 794106 w 9739305"/>
                <a:gd name="connsiteY139" fmla="*/ 1218229 h 1775939"/>
                <a:gd name="connsiteX140" fmla="*/ 929268 w 9739305"/>
                <a:gd name="connsiteY140" fmla="*/ 1225211 h 1775939"/>
                <a:gd name="connsiteX141" fmla="*/ 947713 w 9739305"/>
                <a:gd name="connsiteY141" fmla="*/ 1211766 h 1775939"/>
                <a:gd name="connsiteX142" fmla="*/ 1001014 w 9739305"/>
                <a:gd name="connsiteY142" fmla="*/ 1177651 h 1775939"/>
                <a:gd name="connsiteX143" fmla="*/ 1107747 w 9739305"/>
                <a:gd name="connsiteY143" fmla="*/ 1144571 h 1775939"/>
                <a:gd name="connsiteX144" fmla="*/ 1137175 w 9739305"/>
                <a:gd name="connsiteY144" fmla="*/ 1144721 h 1775939"/>
                <a:gd name="connsiteX145" fmla="*/ 1213670 w 9739305"/>
                <a:gd name="connsiteY145" fmla="*/ 1187646 h 1775939"/>
                <a:gd name="connsiteX146" fmla="*/ 1250725 w 9739305"/>
                <a:gd name="connsiteY146" fmla="*/ 1204534 h 1775939"/>
                <a:gd name="connsiteX147" fmla="*/ 1355013 w 9739305"/>
                <a:gd name="connsiteY147" fmla="*/ 1233876 h 1775939"/>
                <a:gd name="connsiteX148" fmla="*/ 1363867 w 9739305"/>
                <a:gd name="connsiteY148" fmla="*/ 1239727 h 1775939"/>
                <a:gd name="connsiteX149" fmla="*/ 1443262 w 9739305"/>
                <a:gd name="connsiteY149" fmla="*/ 1310445 h 1775939"/>
                <a:gd name="connsiteX150" fmla="*/ 1460979 w 9739305"/>
                <a:gd name="connsiteY150" fmla="*/ 1322303 h 1775939"/>
                <a:gd name="connsiteX151" fmla="*/ 1482536 w 9739305"/>
                <a:gd name="connsiteY151" fmla="*/ 1341039 h 1775939"/>
                <a:gd name="connsiteX152" fmla="*/ 1548717 w 9739305"/>
                <a:gd name="connsiteY152" fmla="*/ 1376141 h 1775939"/>
                <a:gd name="connsiteX153" fmla="*/ 1629003 w 9739305"/>
                <a:gd name="connsiteY153" fmla="*/ 1384512 h 1775939"/>
                <a:gd name="connsiteX154" fmla="*/ 1726123 w 9739305"/>
                <a:gd name="connsiteY154" fmla="*/ 1398505 h 1775939"/>
                <a:gd name="connsiteX155" fmla="*/ 1766964 w 9739305"/>
                <a:gd name="connsiteY155" fmla="*/ 1409092 h 1775939"/>
                <a:gd name="connsiteX156" fmla="*/ 1875994 w 9739305"/>
                <a:gd name="connsiteY156" fmla="*/ 1427691 h 1775939"/>
                <a:gd name="connsiteX157" fmla="*/ 1953935 w 9739305"/>
                <a:gd name="connsiteY157" fmla="*/ 1444021 h 1775939"/>
                <a:gd name="connsiteX158" fmla="*/ 2065495 w 9739305"/>
                <a:gd name="connsiteY158" fmla="*/ 1450414 h 1775939"/>
                <a:gd name="connsiteX159" fmla="*/ 2119362 w 9739305"/>
                <a:gd name="connsiteY159" fmla="*/ 1448287 h 1775939"/>
                <a:gd name="connsiteX160" fmla="*/ 2221201 w 9739305"/>
                <a:gd name="connsiteY160" fmla="*/ 1503642 h 1775939"/>
                <a:gd name="connsiteX161" fmla="*/ 2302040 w 9739305"/>
                <a:gd name="connsiteY161" fmla="*/ 1539608 h 1775939"/>
                <a:gd name="connsiteX162" fmla="*/ 2384113 w 9739305"/>
                <a:gd name="connsiteY162" fmla="*/ 1516348 h 1775939"/>
                <a:gd name="connsiteX163" fmla="*/ 2405786 w 9739305"/>
                <a:gd name="connsiteY163" fmla="*/ 1497098 h 1775939"/>
                <a:gd name="connsiteX164" fmla="*/ 2541024 w 9739305"/>
                <a:gd name="connsiteY164" fmla="*/ 1473316 h 1775939"/>
                <a:gd name="connsiteX165" fmla="*/ 2735378 w 9739305"/>
                <a:gd name="connsiteY165" fmla="*/ 1463319 h 1775939"/>
                <a:gd name="connsiteX166" fmla="*/ 3056752 w 9739305"/>
                <a:gd name="connsiteY166" fmla="*/ 1408590 h 1775939"/>
                <a:gd name="connsiteX167" fmla="*/ 3112247 w 9739305"/>
                <a:gd name="connsiteY167" fmla="*/ 1387711 h 1775939"/>
                <a:gd name="connsiteX168" fmla="*/ 3175396 w 9739305"/>
                <a:gd name="connsiteY168" fmla="*/ 1380116 h 1775939"/>
                <a:gd name="connsiteX169" fmla="*/ 3200231 w 9739305"/>
                <a:gd name="connsiteY169" fmla="*/ 1390061 h 1775939"/>
                <a:gd name="connsiteX170" fmla="*/ 3307359 w 9739305"/>
                <a:gd name="connsiteY170" fmla="*/ 1401532 h 1775939"/>
                <a:gd name="connsiteX171" fmla="*/ 3327591 w 9739305"/>
                <a:gd name="connsiteY171" fmla="*/ 1400871 h 1775939"/>
                <a:gd name="connsiteX172" fmla="*/ 3396452 w 9739305"/>
                <a:gd name="connsiteY172" fmla="*/ 1390488 h 1775939"/>
                <a:gd name="connsiteX173" fmla="*/ 3460402 w 9739305"/>
                <a:gd name="connsiteY173" fmla="*/ 1383325 h 1775939"/>
                <a:gd name="connsiteX174" fmla="*/ 3622771 w 9739305"/>
                <a:gd name="connsiteY174" fmla="*/ 1388838 h 1775939"/>
                <a:gd name="connsiteX175" fmla="*/ 3746637 w 9739305"/>
                <a:gd name="connsiteY175" fmla="*/ 1379728 h 1775939"/>
                <a:gd name="connsiteX176" fmla="*/ 3803936 w 9739305"/>
                <a:gd name="connsiteY176" fmla="*/ 1380104 h 1775939"/>
                <a:gd name="connsiteX177" fmla="*/ 3836429 w 9739305"/>
                <a:gd name="connsiteY177" fmla="*/ 1383246 h 1775939"/>
                <a:gd name="connsiteX178" fmla="*/ 3911096 w 9739305"/>
                <a:gd name="connsiteY178" fmla="*/ 1412447 h 1775939"/>
                <a:gd name="connsiteX179" fmla="*/ 3951494 w 9739305"/>
                <a:gd name="connsiteY179" fmla="*/ 1417876 h 1775939"/>
                <a:gd name="connsiteX180" fmla="*/ 4071982 w 9739305"/>
                <a:gd name="connsiteY180" fmla="*/ 1411440 h 1775939"/>
                <a:gd name="connsiteX181" fmla="*/ 4250380 w 9739305"/>
                <a:gd name="connsiteY181" fmla="*/ 1353404 h 1775939"/>
                <a:gd name="connsiteX182" fmla="*/ 4268920 w 9739305"/>
                <a:gd name="connsiteY182" fmla="*/ 1345917 h 1775939"/>
                <a:gd name="connsiteX183" fmla="*/ 4360470 w 9739305"/>
                <a:gd name="connsiteY183" fmla="*/ 1333343 h 1775939"/>
                <a:gd name="connsiteX184" fmla="*/ 4423403 w 9739305"/>
                <a:gd name="connsiteY184" fmla="*/ 1341452 h 1775939"/>
                <a:gd name="connsiteX185" fmla="*/ 4509460 w 9739305"/>
                <a:gd name="connsiteY185" fmla="*/ 1360374 h 1775939"/>
                <a:gd name="connsiteX186" fmla="*/ 4586780 w 9739305"/>
                <a:gd name="connsiteY186" fmla="*/ 1375951 h 1775939"/>
                <a:gd name="connsiteX187" fmla="*/ 4643424 w 9739305"/>
                <a:gd name="connsiteY187" fmla="*/ 1395033 h 1775939"/>
                <a:gd name="connsiteX188" fmla="*/ 4771320 w 9739305"/>
                <a:gd name="connsiteY188" fmla="*/ 1404876 h 1775939"/>
                <a:gd name="connsiteX189" fmla="*/ 4784667 w 9739305"/>
                <a:gd name="connsiteY189" fmla="*/ 1406901 h 1775939"/>
                <a:gd name="connsiteX190" fmla="*/ 4879368 w 9739305"/>
                <a:gd name="connsiteY190" fmla="*/ 1382875 h 1775939"/>
                <a:gd name="connsiteX191" fmla="*/ 4993296 w 9739305"/>
                <a:gd name="connsiteY191" fmla="*/ 1357609 h 1775939"/>
                <a:gd name="connsiteX192" fmla="*/ 5034636 w 9739305"/>
                <a:gd name="connsiteY192" fmla="*/ 1362363 h 1775939"/>
                <a:gd name="connsiteX193" fmla="*/ 5091273 w 9739305"/>
                <a:gd name="connsiteY193" fmla="*/ 1369207 h 1775939"/>
                <a:gd name="connsiteX194" fmla="*/ 5143127 w 9739305"/>
                <a:gd name="connsiteY194" fmla="*/ 1361686 h 1775939"/>
                <a:gd name="connsiteX195" fmla="*/ 5174789 w 9739305"/>
                <a:gd name="connsiteY195" fmla="*/ 1359688 h 1775939"/>
                <a:gd name="connsiteX196" fmla="*/ 5322233 w 9739305"/>
                <a:gd name="connsiteY196" fmla="*/ 1411274 h 1775939"/>
                <a:gd name="connsiteX197" fmla="*/ 5359206 w 9739305"/>
                <a:gd name="connsiteY197" fmla="*/ 1414357 h 1775939"/>
                <a:gd name="connsiteX198" fmla="*/ 5380352 w 9739305"/>
                <a:gd name="connsiteY198" fmla="*/ 1420558 h 1775939"/>
                <a:gd name="connsiteX199" fmla="*/ 5509233 w 9739305"/>
                <a:gd name="connsiteY199" fmla="*/ 1487165 h 1775939"/>
                <a:gd name="connsiteX200" fmla="*/ 5563203 w 9739305"/>
                <a:gd name="connsiteY200" fmla="*/ 1499314 h 1775939"/>
                <a:gd name="connsiteX201" fmla="*/ 5621569 w 9739305"/>
                <a:gd name="connsiteY201" fmla="*/ 1493518 h 1775939"/>
                <a:gd name="connsiteX202" fmla="*/ 5655136 w 9739305"/>
                <a:gd name="connsiteY202" fmla="*/ 1486565 h 1775939"/>
                <a:gd name="connsiteX203" fmla="*/ 5736883 w 9739305"/>
                <a:gd name="connsiteY203" fmla="*/ 1436327 h 1775939"/>
                <a:gd name="connsiteX204" fmla="*/ 5784777 w 9739305"/>
                <a:gd name="connsiteY204" fmla="*/ 1435588 h 1775939"/>
                <a:gd name="connsiteX205" fmla="*/ 5860952 w 9739305"/>
                <a:gd name="connsiteY205" fmla="*/ 1463773 h 1775939"/>
                <a:gd name="connsiteX206" fmla="*/ 5997123 w 9739305"/>
                <a:gd name="connsiteY206" fmla="*/ 1471491 h 1775939"/>
                <a:gd name="connsiteX207" fmla="*/ 6063793 w 9739305"/>
                <a:gd name="connsiteY207" fmla="*/ 1423706 h 1775939"/>
                <a:gd name="connsiteX208" fmla="*/ 6097303 w 9739305"/>
                <a:gd name="connsiteY208" fmla="*/ 1379247 h 1775939"/>
                <a:gd name="connsiteX209" fmla="*/ 6197741 w 9739305"/>
                <a:gd name="connsiteY209" fmla="*/ 1324656 h 1775939"/>
                <a:gd name="connsiteX210" fmla="*/ 6223125 w 9739305"/>
                <a:gd name="connsiteY210" fmla="*/ 1341950 h 1775939"/>
                <a:gd name="connsiteX211" fmla="*/ 6298923 w 9739305"/>
                <a:gd name="connsiteY211" fmla="*/ 1346144 h 1775939"/>
                <a:gd name="connsiteX212" fmla="*/ 6380532 w 9739305"/>
                <a:gd name="connsiteY212" fmla="*/ 1341582 h 1775939"/>
                <a:gd name="connsiteX213" fmla="*/ 6523222 w 9739305"/>
                <a:gd name="connsiteY213" fmla="*/ 1343021 h 1775939"/>
                <a:gd name="connsiteX214" fmla="*/ 6615600 w 9739305"/>
                <a:gd name="connsiteY214" fmla="*/ 1291015 h 1775939"/>
                <a:gd name="connsiteX215" fmla="*/ 6650812 w 9739305"/>
                <a:gd name="connsiteY215" fmla="*/ 1269700 h 1775939"/>
                <a:gd name="connsiteX216" fmla="*/ 6684030 w 9739305"/>
                <a:gd name="connsiteY216" fmla="*/ 1255543 h 1775939"/>
                <a:gd name="connsiteX217" fmla="*/ 6722764 w 9739305"/>
                <a:gd name="connsiteY217" fmla="*/ 1246615 h 1775939"/>
                <a:gd name="connsiteX218" fmla="*/ 6815757 w 9739305"/>
                <a:gd name="connsiteY218" fmla="*/ 1215451 h 1775939"/>
                <a:gd name="connsiteX219" fmla="*/ 6866200 w 9739305"/>
                <a:gd name="connsiteY219" fmla="*/ 1186810 h 1775939"/>
                <a:gd name="connsiteX220" fmla="*/ 6981228 w 9739305"/>
                <a:gd name="connsiteY220" fmla="*/ 1155999 h 1775939"/>
                <a:gd name="connsiteX221" fmla="*/ 7059255 w 9739305"/>
                <a:gd name="connsiteY221" fmla="*/ 1129638 h 1775939"/>
                <a:gd name="connsiteX222" fmla="*/ 7140774 w 9739305"/>
                <a:gd name="connsiteY222" fmla="*/ 1086787 h 1775939"/>
                <a:gd name="connsiteX223" fmla="*/ 7152150 w 9739305"/>
                <a:gd name="connsiteY223" fmla="*/ 1080276 h 1775939"/>
                <a:gd name="connsiteX224" fmla="*/ 7178911 w 9739305"/>
                <a:gd name="connsiteY224" fmla="*/ 1053404 h 1775939"/>
                <a:gd name="connsiteX225" fmla="*/ 7215302 w 9739305"/>
                <a:gd name="connsiteY225" fmla="*/ 963609 h 1775939"/>
                <a:gd name="connsiteX226" fmla="*/ 7226104 w 9739305"/>
                <a:gd name="connsiteY226" fmla="*/ 945196 h 1775939"/>
                <a:gd name="connsiteX227" fmla="*/ 7329145 w 9739305"/>
                <a:gd name="connsiteY227" fmla="*/ 879964 h 1775939"/>
                <a:gd name="connsiteX228" fmla="*/ 7368683 w 9739305"/>
                <a:gd name="connsiteY228" fmla="*/ 883708 h 1775939"/>
                <a:gd name="connsiteX229" fmla="*/ 7412980 w 9739305"/>
                <a:gd name="connsiteY229" fmla="*/ 901348 h 1775939"/>
                <a:gd name="connsiteX230" fmla="*/ 7508285 w 9739305"/>
                <a:gd name="connsiteY230" fmla="*/ 901932 h 1775939"/>
                <a:gd name="connsiteX231" fmla="*/ 7543367 w 9739305"/>
                <a:gd name="connsiteY231" fmla="*/ 890040 h 1775939"/>
                <a:gd name="connsiteX232" fmla="*/ 7604247 w 9739305"/>
                <a:gd name="connsiteY232" fmla="*/ 859640 h 1775939"/>
                <a:gd name="connsiteX233" fmla="*/ 7650214 w 9739305"/>
                <a:gd name="connsiteY233" fmla="*/ 814893 h 1775939"/>
                <a:gd name="connsiteX234" fmla="*/ 7716618 w 9739305"/>
                <a:gd name="connsiteY234" fmla="*/ 741384 h 1775939"/>
                <a:gd name="connsiteX235" fmla="*/ 7849257 w 9739305"/>
                <a:gd name="connsiteY235" fmla="*/ 708153 h 1775939"/>
                <a:gd name="connsiteX236" fmla="*/ 7900340 w 9739305"/>
                <a:gd name="connsiteY236" fmla="*/ 696745 h 1775939"/>
                <a:gd name="connsiteX237" fmla="*/ 8085922 w 9739305"/>
                <a:gd name="connsiteY237" fmla="*/ 650290 h 1775939"/>
                <a:gd name="connsiteX238" fmla="*/ 8102187 w 9739305"/>
                <a:gd name="connsiteY238" fmla="*/ 648251 h 1775939"/>
                <a:gd name="connsiteX239" fmla="*/ 8229960 w 9739305"/>
                <a:gd name="connsiteY239" fmla="*/ 598934 h 1775939"/>
                <a:gd name="connsiteX240" fmla="*/ 8260743 w 9739305"/>
                <a:gd name="connsiteY240" fmla="*/ 586776 h 1775939"/>
                <a:gd name="connsiteX241" fmla="*/ 8297724 w 9739305"/>
                <a:gd name="connsiteY241" fmla="*/ 557687 h 1775939"/>
                <a:gd name="connsiteX242" fmla="*/ 8329397 w 9739305"/>
                <a:gd name="connsiteY242" fmla="*/ 479103 h 1775939"/>
                <a:gd name="connsiteX243" fmla="*/ 8369109 w 9739305"/>
                <a:gd name="connsiteY243" fmla="*/ 442035 h 1775939"/>
                <a:gd name="connsiteX244" fmla="*/ 8398212 w 9739305"/>
                <a:gd name="connsiteY244" fmla="*/ 419288 h 1775939"/>
                <a:gd name="connsiteX245" fmla="*/ 8423091 w 9739305"/>
                <a:gd name="connsiteY245" fmla="*/ 385761 h 1775939"/>
                <a:gd name="connsiteX246" fmla="*/ 8445807 w 9739305"/>
                <a:gd name="connsiteY246" fmla="*/ 307296 h 1775939"/>
                <a:gd name="connsiteX247" fmla="*/ 8483136 w 9739305"/>
                <a:gd name="connsiteY247" fmla="*/ 236912 h 1775939"/>
                <a:gd name="connsiteX248" fmla="*/ 8554397 w 9739305"/>
                <a:gd name="connsiteY248" fmla="*/ 195498 h 1775939"/>
                <a:gd name="connsiteX249" fmla="*/ 8598729 w 9739305"/>
                <a:gd name="connsiteY249" fmla="*/ 173430 h 1775939"/>
                <a:gd name="connsiteX250" fmla="*/ 8779113 w 9739305"/>
                <a:gd name="connsiteY250" fmla="*/ 184822 h 1775939"/>
                <a:gd name="connsiteX251" fmla="*/ 8902517 w 9739305"/>
                <a:gd name="connsiteY251" fmla="*/ 198490 h 1775939"/>
                <a:gd name="connsiteX252" fmla="*/ 8942393 w 9739305"/>
                <a:gd name="connsiteY252" fmla="*/ 189035 h 1775939"/>
                <a:gd name="connsiteX253" fmla="*/ 9053027 w 9739305"/>
                <a:gd name="connsiteY253" fmla="*/ 119670 h 1775939"/>
                <a:gd name="connsiteX254" fmla="*/ 9164008 w 9739305"/>
                <a:gd name="connsiteY254" fmla="*/ 85758 h 1775939"/>
                <a:gd name="connsiteX255" fmla="*/ 9248172 w 9739305"/>
                <a:gd name="connsiteY255" fmla="*/ 73540 h 1775939"/>
                <a:gd name="connsiteX256" fmla="*/ 9320568 w 9739305"/>
                <a:gd name="connsiteY256" fmla="*/ 63772 h 1775939"/>
                <a:gd name="connsiteX257" fmla="*/ 9407003 w 9739305"/>
                <a:gd name="connsiteY257" fmla="*/ 42029 h 1775939"/>
                <a:gd name="connsiteX258" fmla="*/ 9455456 w 9739305"/>
                <a:gd name="connsiteY258" fmla="*/ 20546 h 1775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</a:cxnLst>
              <a:rect l="l" t="t" r="r" b="b"/>
              <a:pathLst>
                <a:path w="9739305" h="1775939">
                  <a:moveTo>
                    <a:pt x="9506323" y="0"/>
                  </a:moveTo>
                  <a:lnTo>
                    <a:pt x="9739305" y="0"/>
                  </a:lnTo>
                  <a:lnTo>
                    <a:pt x="9721016" y="12453"/>
                  </a:lnTo>
                  <a:cubicBezTo>
                    <a:pt x="9690045" y="40939"/>
                    <a:pt x="9658859" y="68964"/>
                    <a:pt x="9619776" y="90780"/>
                  </a:cubicBezTo>
                  <a:cubicBezTo>
                    <a:pt x="9581267" y="112410"/>
                    <a:pt x="9545008" y="136288"/>
                    <a:pt x="9506710" y="158222"/>
                  </a:cubicBezTo>
                  <a:cubicBezTo>
                    <a:pt x="9469164" y="179649"/>
                    <a:pt x="9435404" y="202776"/>
                    <a:pt x="9417057" y="238502"/>
                  </a:cubicBezTo>
                  <a:cubicBezTo>
                    <a:pt x="9408857" y="254276"/>
                    <a:pt x="9397029" y="271640"/>
                    <a:pt x="9380548" y="281379"/>
                  </a:cubicBezTo>
                  <a:cubicBezTo>
                    <a:pt x="9357055" y="295224"/>
                    <a:pt x="9326757" y="301236"/>
                    <a:pt x="9301035" y="313304"/>
                  </a:cubicBezTo>
                  <a:cubicBezTo>
                    <a:pt x="9270739" y="327477"/>
                    <a:pt x="9235503" y="340162"/>
                    <a:pt x="9215480" y="361372"/>
                  </a:cubicBezTo>
                  <a:cubicBezTo>
                    <a:pt x="9197689" y="380278"/>
                    <a:pt x="9179513" y="395277"/>
                    <a:pt x="9155376" y="407897"/>
                  </a:cubicBezTo>
                  <a:cubicBezTo>
                    <a:pt x="9138462" y="416717"/>
                    <a:pt x="9126335" y="431897"/>
                    <a:pt x="9108770" y="439335"/>
                  </a:cubicBezTo>
                  <a:cubicBezTo>
                    <a:pt x="9085671" y="449237"/>
                    <a:pt x="9062288" y="457270"/>
                    <a:pt x="9042339" y="471886"/>
                  </a:cubicBezTo>
                  <a:cubicBezTo>
                    <a:pt x="9021638" y="487007"/>
                    <a:pt x="8997876" y="499296"/>
                    <a:pt x="8976155" y="513526"/>
                  </a:cubicBezTo>
                  <a:cubicBezTo>
                    <a:pt x="8964637" y="521143"/>
                    <a:pt x="8955362" y="530850"/>
                    <a:pt x="8944250" y="538762"/>
                  </a:cubicBezTo>
                  <a:cubicBezTo>
                    <a:pt x="8923906" y="553238"/>
                    <a:pt x="8903158" y="567422"/>
                    <a:pt x="8882191" y="581144"/>
                  </a:cubicBezTo>
                  <a:cubicBezTo>
                    <a:pt x="8861228" y="594868"/>
                    <a:pt x="8841332" y="610579"/>
                    <a:pt x="8818061" y="620960"/>
                  </a:cubicBezTo>
                  <a:cubicBezTo>
                    <a:pt x="8778386" y="638567"/>
                    <a:pt x="8734713" y="650088"/>
                    <a:pt x="8696263" y="668892"/>
                  </a:cubicBezTo>
                  <a:cubicBezTo>
                    <a:pt x="8657243" y="688034"/>
                    <a:pt x="8620769" y="711451"/>
                    <a:pt x="8586493" y="736016"/>
                  </a:cubicBezTo>
                  <a:cubicBezTo>
                    <a:pt x="8559370" y="755372"/>
                    <a:pt x="8533990" y="774487"/>
                    <a:pt x="8499250" y="785420"/>
                  </a:cubicBezTo>
                  <a:cubicBezTo>
                    <a:pt x="8479867" y="791534"/>
                    <a:pt x="8459807" y="803801"/>
                    <a:pt x="8448581" y="817525"/>
                  </a:cubicBezTo>
                  <a:cubicBezTo>
                    <a:pt x="8424305" y="847414"/>
                    <a:pt x="8392427" y="869197"/>
                    <a:pt x="8356131" y="888209"/>
                  </a:cubicBezTo>
                  <a:cubicBezTo>
                    <a:pt x="8307679" y="913772"/>
                    <a:pt x="8259834" y="939776"/>
                    <a:pt x="8211166" y="964878"/>
                  </a:cubicBezTo>
                  <a:cubicBezTo>
                    <a:pt x="8182465" y="979759"/>
                    <a:pt x="8153995" y="995412"/>
                    <a:pt x="8123367" y="1006776"/>
                  </a:cubicBezTo>
                  <a:cubicBezTo>
                    <a:pt x="8060787" y="1030195"/>
                    <a:pt x="7996505" y="1050714"/>
                    <a:pt x="7933271" y="1072752"/>
                  </a:cubicBezTo>
                  <a:cubicBezTo>
                    <a:pt x="7912572" y="1079870"/>
                    <a:pt x="7893169" y="1089594"/>
                    <a:pt x="7872042" y="1095949"/>
                  </a:cubicBezTo>
                  <a:cubicBezTo>
                    <a:pt x="7849189" y="1102856"/>
                    <a:pt x="7824394" y="1105779"/>
                    <a:pt x="7801540" y="1112687"/>
                  </a:cubicBezTo>
                  <a:cubicBezTo>
                    <a:pt x="7763512" y="1124093"/>
                    <a:pt x="7726779" y="1138106"/>
                    <a:pt x="7688760" y="1149668"/>
                  </a:cubicBezTo>
                  <a:cubicBezTo>
                    <a:pt x="7615403" y="1171881"/>
                    <a:pt x="7541813" y="1193320"/>
                    <a:pt x="7468219" y="1214601"/>
                  </a:cubicBezTo>
                  <a:cubicBezTo>
                    <a:pt x="7452461" y="1219127"/>
                    <a:pt x="7435183" y="1220431"/>
                    <a:pt x="7419634" y="1225261"/>
                  </a:cubicBezTo>
                  <a:cubicBezTo>
                    <a:pt x="7378370" y="1238236"/>
                    <a:pt x="7337343" y="1252140"/>
                    <a:pt x="7296522" y="1266193"/>
                  </a:cubicBezTo>
                  <a:cubicBezTo>
                    <a:pt x="7271802" y="1274761"/>
                    <a:pt x="7247746" y="1285023"/>
                    <a:pt x="7222817" y="1293286"/>
                  </a:cubicBezTo>
                  <a:cubicBezTo>
                    <a:pt x="7202872" y="1299897"/>
                    <a:pt x="7182284" y="1305284"/>
                    <a:pt x="7161457" y="1309742"/>
                  </a:cubicBezTo>
                  <a:cubicBezTo>
                    <a:pt x="7143523" y="1313589"/>
                    <a:pt x="7124653" y="1314184"/>
                    <a:pt x="7106944" y="1318647"/>
                  </a:cubicBezTo>
                  <a:cubicBezTo>
                    <a:pt x="7059008" y="1330687"/>
                    <a:pt x="7011720" y="1343954"/>
                    <a:pt x="6964204" y="1356601"/>
                  </a:cubicBezTo>
                  <a:cubicBezTo>
                    <a:pt x="6945158" y="1361601"/>
                    <a:pt x="6925667" y="1365522"/>
                    <a:pt x="6907255" y="1371589"/>
                  </a:cubicBezTo>
                  <a:cubicBezTo>
                    <a:pt x="6857955" y="1387619"/>
                    <a:pt x="6809525" y="1405490"/>
                    <a:pt x="6759991" y="1420747"/>
                  </a:cubicBezTo>
                  <a:cubicBezTo>
                    <a:pt x="6718908" y="1433400"/>
                    <a:pt x="6676513" y="1443133"/>
                    <a:pt x="6634783" y="1454562"/>
                  </a:cubicBezTo>
                  <a:cubicBezTo>
                    <a:pt x="6617097" y="1459495"/>
                    <a:pt x="6600269" y="1466113"/>
                    <a:pt x="6582555" y="1470418"/>
                  </a:cubicBezTo>
                  <a:cubicBezTo>
                    <a:pt x="6542888" y="1480178"/>
                    <a:pt x="6502579" y="1488712"/>
                    <a:pt x="6462719" y="1498482"/>
                  </a:cubicBezTo>
                  <a:cubicBezTo>
                    <a:pt x="6440000" y="1504127"/>
                    <a:pt x="6418233" y="1513338"/>
                    <a:pt x="6395050" y="1517437"/>
                  </a:cubicBezTo>
                  <a:cubicBezTo>
                    <a:pt x="6339992" y="1527154"/>
                    <a:pt x="6284444" y="1534853"/>
                    <a:pt x="6228927" y="1543179"/>
                  </a:cubicBezTo>
                  <a:cubicBezTo>
                    <a:pt x="6171671" y="1551745"/>
                    <a:pt x="6114621" y="1560617"/>
                    <a:pt x="6057331" y="1568558"/>
                  </a:cubicBezTo>
                  <a:cubicBezTo>
                    <a:pt x="6025969" y="1572738"/>
                    <a:pt x="5994307" y="1574734"/>
                    <a:pt x="5962939" y="1578758"/>
                  </a:cubicBezTo>
                  <a:cubicBezTo>
                    <a:pt x="5935441" y="1582281"/>
                    <a:pt x="5908230" y="1587673"/>
                    <a:pt x="5880756" y="1591666"/>
                  </a:cubicBezTo>
                  <a:cubicBezTo>
                    <a:pt x="5856953" y="1595010"/>
                    <a:pt x="5832910" y="1597425"/>
                    <a:pt x="5809105" y="1600770"/>
                  </a:cubicBezTo>
                  <a:cubicBezTo>
                    <a:pt x="5770986" y="1606216"/>
                    <a:pt x="5733083" y="1612124"/>
                    <a:pt x="5695165" y="1617719"/>
                  </a:cubicBezTo>
                  <a:cubicBezTo>
                    <a:pt x="5679295" y="1619896"/>
                    <a:pt x="5662765" y="1624616"/>
                    <a:pt x="5647685" y="1622990"/>
                  </a:cubicBezTo>
                  <a:cubicBezTo>
                    <a:pt x="5609687" y="1618857"/>
                    <a:pt x="5572641" y="1622370"/>
                    <a:pt x="5535323" y="1628248"/>
                  </a:cubicBezTo>
                  <a:cubicBezTo>
                    <a:pt x="5522562" y="1630278"/>
                    <a:pt x="5508745" y="1630629"/>
                    <a:pt x="5496177" y="1628567"/>
                  </a:cubicBezTo>
                  <a:cubicBezTo>
                    <a:pt x="5470455" y="1624470"/>
                    <a:pt x="5445407" y="1618145"/>
                    <a:pt x="5420013" y="1612778"/>
                  </a:cubicBezTo>
                  <a:cubicBezTo>
                    <a:pt x="5417253" y="1612127"/>
                    <a:pt x="5413941" y="1612129"/>
                    <a:pt x="5411005" y="1611800"/>
                  </a:cubicBezTo>
                  <a:cubicBezTo>
                    <a:pt x="5394351" y="1609934"/>
                    <a:pt x="5377898" y="1608060"/>
                    <a:pt x="5361259" y="1606507"/>
                  </a:cubicBezTo>
                  <a:cubicBezTo>
                    <a:pt x="5352259" y="1605686"/>
                    <a:pt x="5343116" y="1605970"/>
                    <a:pt x="5334120" y="1605305"/>
                  </a:cubicBezTo>
                  <a:cubicBezTo>
                    <a:pt x="5299308" y="1602589"/>
                    <a:pt x="5261564" y="1611785"/>
                    <a:pt x="5230715" y="1594283"/>
                  </a:cubicBezTo>
                  <a:cubicBezTo>
                    <a:pt x="5210688" y="1583006"/>
                    <a:pt x="5191969" y="1586734"/>
                    <a:pt x="5171263" y="1589616"/>
                  </a:cubicBezTo>
                  <a:cubicBezTo>
                    <a:pt x="5155583" y="1591784"/>
                    <a:pt x="5139427" y="1592091"/>
                    <a:pt x="5123496" y="1593018"/>
                  </a:cubicBezTo>
                  <a:cubicBezTo>
                    <a:pt x="5095527" y="1594836"/>
                    <a:pt x="5067543" y="1596342"/>
                    <a:pt x="5039590" y="1598474"/>
                  </a:cubicBezTo>
                  <a:cubicBezTo>
                    <a:pt x="5030662" y="1599218"/>
                    <a:pt x="5021716" y="1603574"/>
                    <a:pt x="5012937" y="1603369"/>
                  </a:cubicBezTo>
                  <a:cubicBezTo>
                    <a:pt x="4972362" y="1602343"/>
                    <a:pt x="4931703" y="1599594"/>
                    <a:pt x="4891143" y="1598882"/>
                  </a:cubicBezTo>
                  <a:cubicBezTo>
                    <a:pt x="4868132" y="1598423"/>
                    <a:pt x="4844753" y="1602530"/>
                    <a:pt x="4821905" y="1601436"/>
                  </a:cubicBezTo>
                  <a:cubicBezTo>
                    <a:pt x="4795544" y="1600196"/>
                    <a:pt x="4769576" y="1595013"/>
                    <a:pt x="4743339" y="1592353"/>
                  </a:cubicBezTo>
                  <a:cubicBezTo>
                    <a:pt x="4736095" y="1591605"/>
                    <a:pt x="4728193" y="1593398"/>
                    <a:pt x="4720626" y="1594076"/>
                  </a:cubicBezTo>
                  <a:cubicBezTo>
                    <a:pt x="4712089" y="1594803"/>
                    <a:pt x="4703760" y="1595832"/>
                    <a:pt x="4695215" y="1596400"/>
                  </a:cubicBezTo>
                  <a:cubicBezTo>
                    <a:pt x="4669182" y="1597969"/>
                    <a:pt x="4643112" y="1598756"/>
                    <a:pt x="4617116" y="1601107"/>
                  </a:cubicBezTo>
                  <a:cubicBezTo>
                    <a:pt x="4601208" y="1602502"/>
                    <a:pt x="4584802" y="1609727"/>
                    <a:pt x="4569913" y="1608091"/>
                  </a:cubicBezTo>
                  <a:cubicBezTo>
                    <a:pt x="4539567" y="1605002"/>
                    <a:pt x="4509928" y="1616632"/>
                    <a:pt x="4479392" y="1609630"/>
                  </a:cubicBezTo>
                  <a:cubicBezTo>
                    <a:pt x="4469938" y="1607574"/>
                    <a:pt x="4457412" y="1614456"/>
                    <a:pt x="4446151" y="1615312"/>
                  </a:cubicBezTo>
                  <a:cubicBezTo>
                    <a:pt x="4418004" y="1617453"/>
                    <a:pt x="4389812" y="1618656"/>
                    <a:pt x="4361619" y="1619859"/>
                  </a:cubicBezTo>
                  <a:cubicBezTo>
                    <a:pt x="4336341" y="1620921"/>
                    <a:pt x="4310204" y="1624377"/>
                    <a:pt x="4285695" y="1621164"/>
                  </a:cubicBezTo>
                  <a:cubicBezTo>
                    <a:pt x="4260004" y="1617695"/>
                    <a:pt x="4237099" y="1619427"/>
                    <a:pt x="4212667" y="1625940"/>
                  </a:cubicBezTo>
                  <a:cubicBezTo>
                    <a:pt x="4195929" y="1630357"/>
                    <a:pt x="4178068" y="1631689"/>
                    <a:pt x="4160628" y="1633627"/>
                  </a:cubicBezTo>
                  <a:cubicBezTo>
                    <a:pt x="4141833" y="1635789"/>
                    <a:pt x="4120875" y="1633504"/>
                    <a:pt x="4104018" y="1639495"/>
                  </a:cubicBezTo>
                  <a:cubicBezTo>
                    <a:pt x="4053828" y="1657296"/>
                    <a:pt x="4001698" y="1663104"/>
                    <a:pt x="3948438" y="1665671"/>
                  </a:cubicBezTo>
                  <a:cubicBezTo>
                    <a:pt x="3938718" y="1666140"/>
                    <a:pt x="3928697" y="1664427"/>
                    <a:pt x="3919256" y="1662527"/>
                  </a:cubicBezTo>
                  <a:cubicBezTo>
                    <a:pt x="3864147" y="1651058"/>
                    <a:pt x="3809587" y="1654944"/>
                    <a:pt x="3754603" y="1666227"/>
                  </a:cubicBezTo>
                  <a:cubicBezTo>
                    <a:pt x="3743223" y="1668658"/>
                    <a:pt x="3730411" y="1669591"/>
                    <a:pt x="3718852" y="1668265"/>
                  </a:cubicBezTo>
                  <a:cubicBezTo>
                    <a:pt x="3686318" y="1664340"/>
                    <a:pt x="3654585" y="1656767"/>
                    <a:pt x="3621934" y="1654418"/>
                  </a:cubicBezTo>
                  <a:cubicBezTo>
                    <a:pt x="3567977" y="1650585"/>
                    <a:pt x="3522560" y="1674431"/>
                    <a:pt x="3475226" y="1690838"/>
                  </a:cubicBezTo>
                  <a:cubicBezTo>
                    <a:pt x="3430187" y="1706349"/>
                    <a:pt x="3392759" y="1738285"/>
                    <a:pt x="3338395" y="1734157"/>
                  </a:cubicBezTo>
                  <a:cubicBezTo>
                    <a:pt x="3332924" y="1733793"/>
                    <a:pt x="3327102" y="1738312"/>
                    <a:pt x="3321128" y="1739699"/>
                  </a:cubicBezTo>
                  <a:cubicBezTo>
                    <a:pt x="3304749" y="1743471"/>
                    <a:pt x="3288400" y="1747867"/>
                    <a:pt x="3271751" y="1750083"/>
                  </a:cubicBezTo>
                  <a:cubicBezTo>
                    <a:pt x="3251431" y="1752946"/>
                    <a:pt x="3230601" y="1753322"/>
                    <a:pt x="3210267" y="1755871"/>
                  </a:cubicBezTo>
                  <a:cubicBezTo>
                    <a:pt x="3184115" y="1759015"/>
                    <a:pt x="3158504" y="1765272"/>
                    <a:pt x="3132456" y="1766527"/>
                  </a:cubicBezTo>
                  <a:cubicBezTo>
                    <a:pt x="3111463" y="1767539"/>
                    <a:pt x="3090384" y="1762749"/>
                    <a:pt x="3069450" y="1760933"/>
                  </a:cubicBezTo>
                  <a:cubicBezTo>
                    <a:pt x="3039909" y="1758434"/>
                    <a:pt x="3007693" y="1761086"/>
                    <a:pt x="2981357" y="1752311"/>
                  </a:cubicBezTo>
                  <a:cubicBezTo>
                    <a:pt x="2953242" y="1742995"/>
                    <a:pt x="2926767" y="1739406"/>
                    <a:pt x="2898350" y="1744071"/>
                  </a:cubicBezTo>
                  <a:cubicBezTo>
                    <a:pt x="2888878" y="1745627"/>
                    <a:pt x="2876949" y="1752794"/>
                    <a:pt x="2872998" y="1759731"/>
                  </a:cubicBezTo>
                  <a:cubicBezTo>
                    <a:pt x="2864196" y="1775222"/>
                    <a:pt x="2851302" y="1778512"/>
                    <a:pt x="2833363" y="1774197"/>
                  </a:cubicBezTo>
                  <a:cubicBezTo>
                    <a:pt x="2817796" y="1770553"/>
                    <a:pt x="2798835" y="1769271"/>
                    <a:pt x="2787932" y="1761321"/>
                  </a:cubicBezTo>
                  <a:cubicBezTo>
                    <a:pt x="2757035" y="1738800"/>
                    <a:pt x="2719092" y="1739844"/>
                    <a:pt x="2681851" y="1735206"/>
                  </a:cubicBezTo>
                  <a:cubicBezTo>
                    <a:pt x="2659116" y="1732377"/>
                    <a:pt x="2638112" y="1733233"/>
                    <a:pt x="2615692" y="1736981"/>
                  </a:cubicBezTo>
                  <a:cubicBezTo>
                    <a:pt x="2566996" y="1745293"/>
                    <a:pt x="2518963" y="1739133"/>
                    <a:pt x="2471401" y="1730598"/>
                  </a:cubicBezTo>
                  <a:cubicBezTo>
                    <a:pt x="2439951" y="1724896"/>
                    <a:pt x="2407862" y="1722048"/>
                    <a:pt x="2376602" y="1716179"/>
                  </a:cubicBezTo>
                  <a:cubicBezTo>
                    <a:pt x="2353197" y="1711657"/>
                    <a:pt x="2329742" y="1706039"/>
                    <a:pt x="2308117" y="1697980"/>
                  </a:cubicBezTo>
                  <a:cubicBezTo>
                    <a:pt x="2276760" y="1686151"/>
                    <a:pt x="2248972" y="1667403"/>
                    <a:pt x="2210156" y="1674611"/>
                  </a:cubicBezTo>
                  <a:cubicBezTo>
                    <a:pt x="2175975" y="1680965"/>
                    <a:pt x="2144400" y="1672601"/>
                    <a:pt x="2112456" y="1664725"/>
                  </a:cubicBezTo>
                  <a:cubicBezTo>
                    <a:pt x="2088991" y="1658951"/>
                    <a:pt x="2065524" y="1653018"/>
                    <a:pt x="2041401" y="1649787"/>
                  </a:cubicBezTo>
                  <a:cubicBezTo>
                    <a:pt x="2012771" y="1645989"/>
                    <a:pt x="1980804" y="1649728"/>
                    <a:pt x="1955072" y="1641394"/>
                  </a:cubicBezTo>
                  <a:cubicBezTo>
                    <a:pt x="1928153" y="1632648"/>
                    <a:pt x="1906514" y="1640440"/>
                    <a:pt x="1883129" y="1644393"/>
                  </a:cubicBezTo>
                  <a:cubicBezTo>
                    <a:pt x="1845824" y="1650585"/>
                    <a:pt x="1808893" y="1660526"/>
                    <a:pt x="1770492" y="1652019"/>
                  </a:cubicBezTo>
                  <a:cubicBezTo>
                    <a:pt x="1723819" y="1641714"/>
                    <a:pt x="1677489" y="1630452"/>
                    <a:pt x="1630653" y="1620782"/>
                  </a:cubicBezTo>
                  <a:cubicBezTo>
                    <a:pt x="1612549" y="1617102"/>
                    <a:pt x="1593218" y="1616151"/>
                    <a:pt x="1574457" y="1615016"/>
                  </a:cubicBezTo>
                  <a:cubicBezTo>
                    <a:pt x="1556686" y="1614146"/>
                    <a:pt x="1535710" y="1619551"/>
                    <a:pt x="1521784" y="1613632"/>
                  </a:cubicBezTo>
                  <a:cubicBezTo>
                    <a:pt x="1485979" y="1598408"/>
                    <a:pt x="1449621" y="1591844"/>
                    <a:pt x="1409187" y="1593793"/>
                  </a:cubicBezTo>
                  <a:cubicBezTo>
                    <a:pt x="1394024" y="1594524"/>
                    <a:pt x="1378911" y="1588189"/>
                    <a:pt x="1363496" y="1587676"/>
                  </a:cubicBezTo>
                  <a:cubicBezTo>
                    <a:pt x="1342425" y="1587124"/>
                    <a:pt x="1318117" y="1584058"/>
                    <a:pt x="1300134" y="1590889"/>
                  </a:cubicBezTo>
                  <a:cubicBezTo>
                    <a:pt x="1257854" y="1607051"/>
                    <a:pt x="1222495" y="1596986"/>
                    <a:pt x="1184306" y="1584859"/>
                  </a:cubicBezTo>
                  <a:cubicBezTo>
                    <a:pt x="1146708" y="1572861"/>
                    <a:pt x="1107302" y="1563776"/>
                    <a:pt x="1067600" y="1556587"/>
                  </a:cubicBezTo>
                  <a:cubicBezTo>
                    <a:pt x="1052669" y="1554011"/>
                    <a:pt x="1035245" y="1560344"/>
                    <a:pt x="1018967" y="1562226"/>
                  </a:cubicBezTo>
                  <a:cubicBezTo>
                    <a:pt x="1013150" y="1562822"/>
                    <a:pt x="1006759" y="1563601"/>
                    <a:pt x="1001437" y="1562287"/>
                  </a:cubicBezTo>
                  <a:cubicBezTo>
                    <a:pt x="949978" y="1549702"/>
                    <a:pt x="897913" y="1540756"/>
                    <a:pt x="843282" y="1551235"/>
                  </a:cubicBezTo>
                  <a:cubicBezTo>
                    <a:pt x="838267" y="1552263"/>
                    <a:pt x="832545" y="1550812"/>
                    <a:pt x="827437" y="1549959"/>
                  </a:cubicBezTo>
                  <a:cubicBezTo>
                    <a:pt x="802478" y="1545513"/>
                    <a:pt x="777945" y="1537750"/>
                    <a:pt x="752774" y="1536924"/>
                  </a:cubicBezTo>
                  <a:cubicBezTo>
                    <a:pt x="690717" y="1534893"/>
                    <a:pt x="628418" y="1535855"/>
                    <a:pt x="566053" y="1535567"/>
                  </a:cubicBezTo>
                  <a:cubicBezTo>
                    <a:pt x="562157" y="1535598"/>
                    <a:pt x="558075" y="1535795"/>
                    <a:pt x="554525" y="1534867"/>
                  </a:cubicBezTo>
                  <a:cubicBezTo>
                    <a:pt x="531261" y="1529239"/>
                    <a:pt x="511348" y="1532398"/>
                    <a:pt x="492526" y="1546173"/>
                  </a:cubicBezTo>
                  <a:cubicBezTo>
                    <a:pt x="484245" y="1552222"/>
                    <a:pt x="472725" y="1555759"/>
                    <a:pt x="462187" y="1559407"/>
                  </a:cubicBezTo>
                  <a:cubicBezTo>
                    <a:pt x="446667" y="1564864"/>
                    <a:pt x="430753" y="1570181"/>
                    <a:pt x="414568" y="1573944"/>
                  </a:cubicBezTo>
                  <a:cubicBezTo>
                    <a:pt x="398570" y="1577539"/>
                    <a:pt x="381458" y="1582287"/>
                    <a:pt x="365802" y="1580845"/>
                  </a:cubicBezTo>
                  <a:cubicBezTo>
                    <a:pt x="337622" y="1578281"/>
                    <a:pt x="310567" y="1570797"/>
                    <a:pt x="282687" y="1566332"/>
                  </a:cubicBezTo>
                  <a:cubicBezTo>
                    <a:pt x="273064" y="1564756"/>
                    <a:pt x="262582" y="1565577"/>
                    <a:pt x="252662" y="1565897"/>
                  </a:cubicBezTo>
                  <a:cubicBezTo>
                    <a:pt x="229895" y="1566525"/>
                    <a:pt x="206788" y="1572190"/>
                    <a:pt x="185558" y="1560187"/>
                  </a:cubicBezTo>
                  <a:cubicBezTo>
                    <a:pt x="165921" y="1548893"/>
                    <a:pt x="146848" y="1553421"/>
                    <a:pt x="127273" y="1563624"/>
                  </a:cubicBezTo>
                  <a:cubicBezTo>
                    <a:pt x="113205" y="1570894"/>
                    <a:pt x="97127" y="1576849"/>
                    <a:pt x="81114" y="1580132"/>
                  </a:cubicBezTo>
                  <a:cubicBezTo>
                    <a:pt x="59119" y="1584644"/>
                    <a:pt x="37222" y="1587113"/>
                    <a:pt x="13214" y="1586229"/>
                  </a:cubicBezTo>
                  <a:lnTo>
                    <a:pt x="0" y="1585408"/>
                  </a:lnTo>
                  <a:lnTo>
                    <a:pt x="0" y="1251083"/>
                  </a:lnTo>
                  <a:lnTo>
                    <a:pt x="4829" y="1250628"/>
                  </a:lnTo>
                  <a:cubicBezTo>
                    <a:pt x="19743" y="1248810"/>
                    <a:pt x="33925" y="1243890"/>
                    <a:pt x="48555" y="1240203"/>
                  </a:cubicBezTo>
                  <a:cubicBezTo>
                    <a:pt x="56634" y="1238087"/>
                    <a:pt x="65164" y="1233125"/>
                    <a:pt x="72789" y="1233698"/>
                  </a:cubicBezTo>
                  <a:cubicBezTo>
                    <a:pt x="116985" y="1237061"/>
                    <a:pt x="156575" y="1221656"/>
                    <a:pt x="197847" y="1212918"/>
                  </a:cubicBezTo>
                  <a:cubicBezTo>
                    <a:pt x="216941" y="1208859"/>
                    <a:pt x="234655" y="1200472"/>
                    <a:pt x="253067" y="1194405"/>
                  </a:cubicBezTo>
                  <a:cubicBezTo>
                    <a:pt x="257858" y="1192761"/>
                    <a:pt x="263240" y="1191246"/>
                    <a:pt x="268116" y="1191325"/>
                  </a:cubicBezTo>
                  <a:cubicBezTo>
                    <a:pt x="296002" y="1191864"/>
                    <a:pt x="323734" y="1193195"/>
                    <a:pt x="351434" y="1193900"/>
                  </a:cubicBezTo>
                  <a:cubicBezTo>
                    <a:pt x="376602" y="1194570"/>
                    <a:pt x="401901" y="1193978"/>
                    <a:pt x="414867" y="1216423"/>
                  </a:cubicBezTo>
                  <a:cubicBezTo>
                    <a:pt x="416792" y="1219940"/>
                    <a:pt x="422751" y="1222321"/>
                    <a:pt x="427335" y="1224454"/>
                  </a:cubicBezTo>
                  <a:cubicBezTo>
                    <a:pt x="498086" y="1257296"/>
                    <a:pt x="534972" y="1254575"/>
                    <a:pt x="600582" y="1213120"/>
                  </a:cubicBezTo>
                  <a:cubicBezTo>
                    <a:pt x="607391" y="1208869"/>
                    <a:pt x="622223" y="1205328"/>
                    <a:pt x="627039" y="1208235"/>
                  </a:cubicBezTo>
                  <a:cubicBezTo>
                    <a:pt x="667947" y="1232315"/>
                    <a:pt x="711159" y="1227406"/>
                    <a:pt x="756446" y="1217062"/>
                  </a:cubicBezTo>
                  <a:cubicBezTo>
                    <a:pt x="768198" y="1214299"/>
                    <a:pt x="784916" y="1213493"/>
                    <a:pt x="794106" y="1218229"/>
                  </a:cubicBezTo>
                  <a:cubicBezTo>
                    <a:pt x="837831" y="1240132"/>
                    <a:pt x="883345" y="1234486"/>
                    <a:pt x="929268" y="1225211"/>
                  </a:cubicBezTo>
                  <a:cubicBezTo>
                    <a:pt x="936407" y="1223768"/>
                    <a:pt x="944870" y="1217395"/>
                    <a:pt x="947713" y="1211766"/>
                  </a:cubicBezTo>
                  <a:cubicBezTo>
                    <a:pt x="957859" y="1191817"/>
                    <a:pt x="978341" y="1184237"/>
                    <a:pt x="1001014" y="1177651"/>
                  </a:cubicBezTo>
                  <a:cubicBezTo>
                    <a:pt x="1036739" y="1166984"/>
                    <a:pt x="1071804" y="1154778"/>
                    <a:pt x="1107747" y="1144571"/>
                  </a:cubicBezTo>
                  <a:cubicBezTo>
                    <a:pt x="1116591" y="1142105"/>
                    <a:pt x="1127732" y="1142824"/>
                    <a:pt x="1137175" y="1144721"/>
                  </a:cubicBezTo>
                  <a:cubicBezTo>
                    <a:pt x="1169439" y="1151170"/>
                    <a:pt x="1190621" y="1170237"/>
                    <a:pt x="1213670" y="1187646"/>
                  </a:cubicBezTo>
                  <a:cubicBezTo>
                    <a:pt x="1223783" y="1195319"/>
                    <a:pt x="1237474" y="1200466"/>
                    <a:pt x="1250725" y="1204534"/>
                  </a:cubicBezTo>
                  <a:cubicBezTo>
                    <a:pt x="1285128" y="1214961"/>
                    <a:pt x="1320250" y="1224096"/>
                    <a:pt x="1355013" y="1233876"/>
                  </a:cubicBezTo>
                  <a:cubicBezTo>
                    <a:pt x="1358370" y="1234813"/>
                    <a:pt x="1361226" y="1237500"/>
                    <a:pt x="1363867" y="1239727"/>
                  </a:cubicBezTo>
                  <a:cubicBezTo>
                    <a:pt x="1390329" y="1263248"/>
                    <a:pt x="1416604" y="1286933"/>
                    <a:pt x="1443262" y="1310445"/>
                  </a:cubicBezTo>
                  <a:cubicBezTo>
                    <a:pt x="1448347" y="1314908"/>
                    <a:pt x="1455513" y="1318016"/>
                    <a:pt x="1460979" y="1322303"/>
                  </a:cubicBezTo>
                  <a:cubicBezTo>
                    <a:pt x="1468669" y="1328210"/>
                    <a:pt x="1478286" y="1333711"/>
                    <a:pt x="1482536" y="1341039"/>
                  </a:cubicBezTo>
                  <a:cubicBezTo>
                    <a:pt x="1495726" y="1364100"/>
                    <a:pt x="1519349" y="1373163"/>
                    <a:pt x="1548717" y="1376141"/>
                  </a:cubicBezTo>
                  <a:cubicBezTo>
                    <a:pt x="1575545" y="1378927"/>
                    <a:pt x="1602342" y="1381090"/>
                    <a:pt x="1629003" y="1384512"/>
                  </a:cubicBezTo>
                  <a:cubicBezTo>
                    <a:pt x="1661543" y="1388593"/>
                    <a:pt x="1693912" y="1393153"/>
                    <a:pt x="1726123" y="1398505"/>
                  </a:cubicBezTo>
                  <a:cubicBezTo>
                    <a:pt x="1740066" y="1400816"/>
                    <a:pt x="1754811" y="1403557"/>
                    <a:pt x="1766964" y="1409092"/>
                  </a:cubicBezTo>
                  <a:cubicBezTo>
                    <a:pt x="1801017" y="1424400"/>
                    <a:pt x="1837141" y="1434114"/>
                    <a:pt x="1875994" y="1427691"/>
                  </a:cubicBezTo>
                  <a:cubicBezTo>
                    <a:pt x="1907115" y="1422580"/>
                    <a:pt x="1933803" y="1430553"/>
                    <a:pt x="1953935" y="1444021"/>
                  </a:cubicBezTo>
                  <a:cubicBezTo>
                    <a:pt x="1990575" y="1468464"/>
                    <a:pt x="2028191" y="1460686"/>
                    <a:pt x="2065495" y="1450414"/>
                  </a:cubicBezTo>
                  <a:cubicBezTo>
                    <a:pt x="2084723" y="1445093"/>
                    <a:pt x="2100691" y="1444951"/>
                    <a:pt x="2119362" y="1448287"/>
                  </a:cubicBezTo>
                  <a:cubicBezTo>
                    <a:pt x="2162602" y="1456090"/>
                    <a:pt x="2192468" y="1481487"/>
                    <a:pt x="2221201" y="1503642"/>
                  </a:cubicBezTo>
                  <a:cubicBezTo>
                    <a:pt x="2245688" y="1522550"/>
                    <a:pt x="2272668" y="1532548"/>
                    <a:pt x="2302040" y="1539608"/>
                  </a:cubicBezTo>
                  <a:cubicBezTo>
                    <a:pt x="2339105" y="1548650"/>
                    <a:pt x="2367870" y="1543183"/>
                    <a:pt x="2384113" y="1516348"/>
                  </a:cubicBezTo>
                  <a:cubicBezTo>
                    <a:pt x="2388617" y="1508754"/>
                    <a:pt x="2396755" y="1499730"/>
                    <a:pt x="2405786" y="1497098"/>
                  </a:cubicBezTo>
                  <a:cubicBezTo>
                    <a:pt x="2449381" y="1484011"/>
                    <a:pt x="2493321" y="1465885"/>
                    <a:pt x="2541024" y="1473316"/>
                  </a:cubicBezTo>
                  <a:cubicBezTo>
                    <a:pt x="2606979" y="1483476"/>
                    <a:pt x="2670700" y="1479620"/>
                    <a:pt x="2735378" y="1463319"/>
                  </a:cubicBezTo>
                  <a:cubicBezTo>
                    <a:pt x="2840290" y="1436918"/>
                    <a:pt x="2945143" y="1409264"/>
                    <a:pt x="3056752" y="1408590"/>
                  </a:cubicBezTo>
                  <a:cubicBezTo>
                    <a:pt x="3075255" y="1408484"/>
                    <a:pt x="3096759" y="1397873"/>
                    <a:pt x="3112247" y="1387711"/>
                  </a:cubicBezTo>
                  <a:cubicBezTo>
                    <a:pt x="3141904" y="1368391"/>
                    <a:pt x="3140475" y="1367046"/>
                    <a:pt x="3175396" y="1380116"/>
                  </a:cubicBezTo>
                  <a:cubicBezTo>
                    <a:pt x="3183734" y="1383324"/>
                    <a:pt x="3193949" y="1385028"/>
                    <a:pt x="3200231" y="1390061"/>
                  </a:cubicBezTo>
                  <a:cubicBezTo>
                    <a:pt x="3232249" y="1415668"/>
                    <a:pt x="3269837" y="1407264"/>
                    <a:pt x="3307359" y="1401532"/>
                  </a:cubicBezTo>
                  <a:cubicBezTo>
                    <a:pt x="3313931" y="1400431"/>
                    <a:pt x="3321847" y="1398950"/>
                    <a:pt x="3327591" y="1400871"/>
                  </a:cubicBezTo>
                  <a:cubicBezTo>
                    <a:pt x="3353529" y="1409506"/>
                    <a:pt x="3374940" y="1405023"/>
                    <a:pt x="3396452" y="1390488"/>
                  </a:cubicBezTo>
                  <a:cubicBezTo>
                    <a:pt x="3415136" y="1377975"/>
                    <a:pt x="3436965" y="1370017"/>
                    <a:pt x="3460402" y="1383325"/>
                  </a:cubicBezTo>
                  <a:cubicBezTo>
                    <a:pt x="3512481" y="1412831"/>
                    <a:pt x="3566594" y="1411791"/>
                    <a:pt x="3622771" y="1388838"/>
                  </a:cubicBezTo>
                  <a:cubicBezTo>
                    <a:pt x="3662895" y="1372465"/>
                    <a:pt x="3702976" y="1367237"/>
                    <a:pt x="3746637" y="1379728"/>
                  </a:cubicBezTo>
                  <a:cubicBezTo>
                    <a:pt x="3763431" y="1384568"/>
                    <a:pt x="3784631" y="1379779"/>
                    <a:pt x="3803936" y="1380104"/>
                  </a:cubicBezTo>
                  <a:cubicBezTo>
                    <a:pt x="3814852" y="1380206"/>
                    <a:pt x="3826912" y="1379781"/>
                    <a:pt x="3836429" y="1383246"/>
                  </a:cubicBezTo>
                  <a:cubicBezTo>
                    <a:pt x="3861796" y="1392067"/>
                    <a:pt x="3885544" y="1403791"/>
                    <a:pt x="3911096" y="1412447"/>
                  </a:cubicBezTo>
                  <a:cubicBezTo>
                    <a:pt x="3923375" y="1416563"/>
                    <a:pt x="3937880" y="1418374"/>
                    <a:pt x="3951494" y="1417876"/>
                  </a:cubicBezTo>
                  <a:cubicBezTo>
                    <a:pt x="3991770" y="1416719"/>
                    <a:pt x="4032008" y="1414779"/>
                    <a:pt x="4071982" y="1411440"/>
                  </a:cubicBezTo>
                  <a:cubicBezTo>
                    <a:pt x="4137967" y="1406061"/>
                    <a:pt x="4205006" y="1402357"/>
                    <a:pt x="4250380" y="1353404"/>
                  </a:cubicBezTo>
                  <a:cubicBezTo>
                    <a:pt x="4254089" y="1349458"/>
                    <a:pt x="4262340" y="1346862"/>
                    <a:pt x="4268920" y="1345917"/>
                  </a:cubicBezTo>
                  <a:cubicBezTo>
                    <a:pt x="4299294" y="1341472"/>
                    <a:pt x="4330574" y="1339650"/>
                    <a:pt x="4360470" y="1333343"/>
                  </a:cubicBezTo>
                  <a:cubicBezTo>
                    <a:pt x="4384386" y="1328268"/>
                    <a:pt x="4404468" y="1328555"/>
                    <a:pt x="4423403" y="1341452"/>
                  </a:cubicBezTo>
                  <a:cubicBezTo>
                    <a:pt x="4448189" y="1358462"/>
                    <a:pt x="4477861" y="1367704"/>
                    <a:pt x="4509460" y="1360374"/>
                  </a:cubicBezTo>
                  <a:cubicBezTo>
                    <a:pt x="4541065" y="1353201"/>
                    <a:pt x="4562648" y="1364401"/>
                    <a:pt x="4586780" y="1375951"/>
                  </a:cubicBezTo>
                  <a:cubicBezTo>
                    <a:pt x="4604332" y="1384363"/>
                    <a:pt x="4624329" y="1395013"/>
                    <a:pt x="4643424" y="1395033"/>
                  </a:cubicBezTo>
                  <a:cubicBezTo>
                    <a:pt x="4686675" y="1394988"/>
                    <a:pt x="4725358" y="1425453"/>
                    <a:pt x="4771320" y="1404876"/>
                  </a:cubicBezTo>
                  <a:cubicBezTo>
                    <a:pt x="4774371" y="1403474"/>
                    <a:pt x="4780158" y="1406334"/>
                    <a:pt x="4784667" y="1406901"/>
                  </a:cubicBezTo>
                  <a:cubicBezTo>
                    <a:pt x="4820721" y="1411127"/>
                    <a:pt x="4854069" y="1403711"/>
                    <a:pt x="4879368" y="1382875"/>
                  </a:cubicBezTo>
                  <a:cubicBezTo>
                    <a:pt x="4912543" y="1355694"/>
                    <a:pt x="4950522" y="1351352"/>
                    <a:pt x="4993296" y="1357609"/>
                  </a:cubicBezTo>
                  <a:cubicBezTo>
                    <a:pt x="5007034" y="1359614"/>
                    <a:pt x="5020731" y="1360837"/>
                    <a:pt x="5034636" y="1362363"/>
                  </a:cubicBezTo>
                  <a:cubicBezTo>
                    <a:pt x="5053449" y="1364595"/>
                    <a:pt x="5072464" y="1366976"/>
                    <a:pt x="5091273" y="1369207"/>
                  </a:cubicBezTo>
                  <a:cubicBezTo>
                    <a:pt x="5109504" y="1371467"/>
                    <a:pt x="5129782" y="1375825"/>
                    <a:pt x="5143127" y="1361686"/>
                  </a:cubicBezTo>
                  <a:cubicBezTo>
                    <a:pt x="5154621" y="1349517"/>
                    <a:pt x="5163226" y="1350201"/>
                    <a:pt x="5174789" y="1359688"/>
                  </a:cubicBezTo>
                  <a:cubicBezTo>
                    <a:pt x="5214968" y="1392905"/>
                    <a:pt x="5262677" y="1412577"/>
                    <a:pt x="5322233" y="1411274"/>
                  </a:cubicBezTo>
                  <a:cubicBezTo>
                    <a:pt x="5334495" y="1410998"/>
                    <a:pt x="5347041" y="1412589"/>
                    <a:pt x="5359206" y="1414357"/>
                  </a:cubicBezTo>
                  <a:cubicBezTo>
                    <a:pt x="5366661" y="1415410"/>
                    <a:pt x="5375679" y="1416546"/>
                    <a:pt x="5380352" y="1420558"/>
                  </a:cubicBezTo>
                  <a:cubicBezTo>
                    <a:pt x="5416702" y="1451134"/>
                    <a:pt x="5461130" y="1471435"/>
                    <a:pt x="5509233" y="1487165"/>
                  </a:cubicBezTo>
                  <a:cubicBezTo>
                    <a:pt x="5526453" y="1492769"/>
                    <a:pt x="5544842" y="1498316"/>
                    <a:pt x="5563203" y="1499314"/>
                  </a:cubicBezTo>
                  <a:cubicBezTo>
                    <a:pt x="5582343" y="1500274"/>
                    <a:pt x="5602213" y="1496178"/>
                    <a:pt x="5621569" y="1493518"/>
                  </a:cubicBezTo>
                  <a:cubicBezTo>
                    <a:pt x="5632992" y="1492027"/>
                    <a:pt x="5646218" y="1491546"/>
                    <a:pt x="5655136" y="1486565"/>
                  </a:cubicBezTo>
                  <a:cubicBezTo>
                    <a:pt x="5683412" y="1470920"/>
                    <a:pt x="5710663" y="1454227"/>
                    <a:pt x="5736883" y="1436327"/>
                  </a:cubicBezTo>
                  <a:cubicBezTo>
                    <a:pt x="5759329" y="1420964"/>
                    <a:pt x="5763896" y="1418703"/>
                    <a:pt x="5784777" y="1435588"/>
                  </a:cubicBezTo>
                  <a:cubicBezTo>
                    <a:pt x="5806265" y="1452914"/>
                    <a:pt x="5832384" y="1461227"/>
                    <a:pt x="5860952" y="1463773"/>
                  </a:cubicBezTo>
                  <a:cubicBezTo>
                    <a:pt x="5906149" y="1467715"/>
                    <a:pt x="5951689" y="1470699"/>
                    <a:pt x="5997123" y="1471491"/>
                  </a:cubicBezTo>
                  <a:cubicBezTo>
                    <a:pt x="6038268" y="1472175"/>
                    <a:pt x="6057205" y="1456823"/>
                    <a:pt x="6063793" y="1423706"/>
                  </a:cubicBezTo>
                  <a:cubicBezTo>
                    <a:pt x="6067583" y="1405318"/>
                    <a:pt x="6072658" y="1385299"/>
                    <a:pt x="6097303" y="1379247"/>
                  </a:cubicBezTo>
                  <a:cubicBezTo>
                    <a:pt x="6137553" y="1369459"/>
                    <a:pt x="6179569" y="1363982"/>
                    <a:pt x="6197741" y="1324656"/>
                  </a:cubicBezTo>
                  <a:cubicBezTo>
                    <a:pt x="6209228" y="1332576"/>
                    <a:pt x="6216273" y="1337259"/>
                    <a:pt x="6223125" y="1341950"/>
                  </a:cubicBezTo>
                  <a:cubicBezTo>
                    <a:pt x="6242068" y="1355004"/>
                    <a:pt x="6280258" y="1359128"/>
                    <a:pt x="6298923" y="1346144"/>
                  </a:cubicBezTo>
                  <a:cubicBezTo>
                    <a:pt x="6326456" y="1327240"/>
                    <a:pt x="6352664" y="1329272"/>
                    <a:pt x="6380532" y="1341582"/>
                  </a:cubicBezTo>
                  <a:cubicBezTo>
                    <a:pt x="6427106" y="1361936"/>
                    <a:pt x="6477590" y="1354322"/>
                    <a:pt x="6523222" y="1343021"/>
                  </a:cubicBezTo>
                  <a:cubicBezTo>
                    <a:pt x="6557692" y="1334610"/>
                    <a:pt x="6594223" y="1320451"/>
                    <a:pt x="6615600" y="1291015"/>
                  </a:cubicBezTo>
                  <a:cubicBezTo>
                    <a:pt x="6622353" y="1281587"/>
                    <a:pt x="6638269" y="1276267"/>
                    <a:pt x="6650812" y="1269700"/>
                  </a:cubicBezTo>
                  <a:cubicBezTo>
                    <a:pt x="6661270" y="1264331"/>
                    <a:pt x="6672325" y="1259247"/>
                    <a:pt x="6684030" y="1255543"/>
                  </a:cubicBezTo>
                  <a:cubicBezTo>
                    <a:pt x="6696499" y="1251489"/>
                    <a:pt x="6710255" y="1245804"/>
                    <a:pt x="6722764" y="1246615"/>
                  </a:cubicBezTo>
                  <a:cubicBezTo>
                    <a:pt x="6760669" y="1248867"/>
                    <a:pt x="6790221" y="1239438"/>
                    <a:pt x="6815757" y="1215451"/>
                  </a:cubicBezTo>
                  <a:cubicBezTo>
                    <a:pt x="6828992" y="1203043"/>
                    <a:pt x="6848714" y="1187812"/>
                    <a:pt x="6866200" y="1186810"/>
                  </a:cubicBezTo>
                  <a:cubicBezTo>
                    <a:pt x="6908748" y="1184290"/>
                    <a:pt x="6943582" y="1171310"/>
                    <a:pt x="6981228" y="1155999"/>
                  </a:cubicBezTo>
                  <a:cubicBezTo>
                    <a:pt x="7005498" y="1146197"/>
                    <a:pt x="7033203" y="1138898"/>
                    <a:pt x="7059255" y="1129638"/>
                  </a:cubicBezTo>
                  <a:cubicBezTo>
                    <a:pt x="7089708" y="1118754"/>
                    <a:pt x="7123173" y="1113688"/>
                    <a:pt x="7140774" y="1086787"/>
                  </a:cubicBezTo>
                  <a:cubicBezTo>
                    <a:pt x="7142774" y="1083867"/>
                    <a:pt x="7149168" y="1083087"/>
                    <a:pt x="7152150" y="1080276"/>
                  </a:cubicBezTo>
                  <a:cubicBezTo>
                    <a:pt x="7161669" y="1071656"/>
                    <a:pt x="7174137" y="1063523"/>
                    <a:pt x="7178911" y="1053404"/>
                  </a:cubicBezTo>
                  <a:cubicBezTo>
                    <a:pt x="7192683" y="1023864"/>
                    <a:pt x="7203105" y="993543"/>
                    <a:pt x="7215302" y="963609"/>
                  </a:cubicBezTo>
                  <a:cubicBezTo>
                    <a:pt x="7217917" y="957204"/>
                    <a:pt x="7220252" y="949088"/>
                    <a:pt x="7226104" y="945196"/>
                  </a:cubicBezTo>
                  <a:cubicBezTo>
                    <a:pt x="7259903" y="922850"/>
                    <a:pt x="7294324" y="901259"/>
                    <a:pt x="7329145" y="879964"/>
                  </a:cubicBezTo>
                  <a:cubicBezTo>
                    <a:pt x="7343153" y="871441"/>
                    <a:pt x="7355416" y="875246"/>
                    <a:pt x="7368683" y="883708"/>
                  </a:cubicBezTo>
                  <a:cubicBezTo>
                    <a:pt x="7381539" y="891720"/>
                    <a:pt x="7397326" y="899904"/>
                    <a:pt x="7412980" y="901348"/>
                  </a:cubicBezTo>
                  <a:cubicBezTo>
                    <a:pt x="7444287" y="904075"/>
                    <a:pt x="7476599" y="903459"/>
                    <a:pt x="7508285" y="901932"/>
                  </a:cubicBezTo>
                  <a:cubicBezTo>
                    <a:pt x="7520142" y="901360"/>
                    <a:pt x="7532504" y="895115"/>
                    <a:pt x="7543367" y="890040"/>
                  </a:cubicBezTo>
                  <a:cubicBezTo>
                    <a:pt x="7563943" y="880416"/>
                    <a:pt x="7582823" y="867892"/>
                    <a:pt x="7604247" y="859640"/>
                  </a:cubicBezTo>
                  <a:cubicBezTo>
                    <a:pt x="7629118" y="850124"/>
                    <a:pt x="7643637" y="836083"/>
                    <a:pt x="7650214" y="814893"/>
                  </a:cubicBezTo>
                  <a:cubicBezTo>
                    <a:pt x="7659996" y="783349"/>
                    <a:pt x="7685780" y="760447"/>
                    <a:pt x="7716618" y="741384"/>
                  </a:cubicBezTo>
                  <a:cubicBezTo>
                    <a:pt x="7755776" y="717054"/>
                    <a:pt x="7803842" y="715836"/>
                    <a:pt x="7849257" y="708153"/>
                  </a:cubicBezTo>
                  <a:cubicBezTo>
                    <a:pt x="7866654" y="705274"/>
                    <a:pt x="7884648" y="702680"/>
                    <a:pt x="7900340" y="696745"/>
                  </a:cubicBezTo>
                  <a:cubicBezTo>
                    <a:pt x="7959856" y="674415"/>
                    <a:pt x="8019419" y="653027"/>
                    <a:pt x="8085922" y="650290"/>
                  </a:cubicBezTo>
                  <a:cubicBezTo>
                    <a:pt x="8091363" y="650028"/>
                    <a:pt x="8096784" y="649297"/>
                    <a:pt x="8102187" y="648251"/>
                  </a:cubicBezTo>
                  <a:cubicBezTo>
                    <a:pt x="8149113" y="639554"/>
                    <a:pt x="8197783" y="634697"/>
                    <a:pt x="8229960" y="598934"/>
                  </a:cubicBezTo>
                  <a:cubicBezTo>
                    <a:pt x="8235879" y="592372"/>
                    <a:pt x="8249977" y="589809"/>
                    <a:pt x="8260743" y="586776"/>
                  </a:cubicBezTo>
                  <a:cubicBezTo>
                    <a:pt x="8279402" y="581797"/>
                    <a:pt x="8291640" y="572890"/>
                    <a:pt x="8297724" y="557687"/>
                  </a:cubicBezTo>
                  <a:cubicBezTo>
                    <a:pt x="8307955" y="531456"/>
                    <a:pt x="8320347" y="505592"/>
                    <a:pt x="8329397" y="479103"/>
                  </a:cubicBezTo>
                  <a:cubicBezTo>
                    <a:pt x="8335728" y="460909"/>
                    <a:pt x="8348665" y="450397"/>
                    <a:pt x="8369109" y="442035"/>
                  </a:cubicBezTo>
                  <a:cubicBezTo>
                    <a:pt x="8380576" y="437403"/>
                    <a:pt x="8390254" y="427991"/>
                    <a:pt x="8398212" y="419288"/>
                  </a:cubicBezTo>
                  <a:cubicBezTo>
                    <a:pt x="8407837" y="408781"/>
                    <a:pt x="8412443" y="395219"/>
                    <a:pt x="8423091" y="385761"/>
                  </a:cubicBezTo>
                  <a:cubicBezTo>
                    <a:pt x="8449039" y="362224"/>
                    <a:pt x="8456213" y="337239"/>
                    <a:pt x="8445807" y="307296"/>
                  </a:cubicBezTo>
                  <a:cubicBezTo>
                    <a:pt x="8436540" y="280748"/>
                    <a:pt x="8455797" y="243723"/>
                    <a:pt x="8483136" y="236912"/>
                  </a:cubicBezTo>
                  <a:cubicBezTo>
                    <a:pt x="8513359" y="229334"/>
                    <a:pt x="8533628" y="213293"/>
                    <a:pt x="8554397" y="195498"/>
                  </a:cubicBezTo>
                  <a:cubicBezTo>
                    <a:pt x="8565995" y="185523"/>
                    <a:pt x="8582515" y="176566"/>
                    <a:pt x="8598729" y="173430"/>
                  </a:cubicBezTo>
                  <a:cubicBezTo>
                    <a:pt x="8660300" y="161360"/>
                    <a:pt x="8719345" y="169655"/>
                    <a:pt x="8779113" y="184822"/>
                  </a:cubicBezTo>
                  <a:cubicBezTo>
                    <a:pt x="8818165" y="194711"/>
                    <a:pt x="8861082" y="195780"/>
                    <a:pt x="8902517" y="198490"/>
                  </a:cubicBezTo>
                  <a:cubicBezTo>
                    <a:pt x="8915416" y="199280"/>
                    <a:pt x="8931592" y="195363"/>
                    <a:pt x="8942393" y="189035"/>
                  </a:cubicBezTo>
                  <a:cubicBezTo>
                    <a:pt x="8980304" y="167119"/>
                    <a:pt x="9017990" y="144586"/>
                    <a:pt x="9053027" y="119670"/>
                  </a:cubicBezTo>
                  <a:cubicBezTo>
                    <a:pt x="9085607" y="96286"/>
                    <a:pt x="9123074" y="85377"/>
                    <a:pt x="9164008" y="85758"/>
                  </a:cubicBezTo>
                  <a:cubicBezTo>
                    <a:pt x="9193832" y="86047"/>
                    <a:pt x="9220467" y="80839"/>
                    <a:pt x="9248172" y="73540"/>
                  </a:cubicBezTo>
                  <a:cubicBezTo>
                    <a:pt x="9271257" y="67405"/>
                    <a:pt x="9296748" y="62723"/>
                    <a:pt x="9320568" y="63772"/>
                  </a:cubicBezTo>
                  <a:cubicBezTo>
                    <a:pt x="9353959" y="65301"/>
                    <a:pt x="9381150" y="59440"/>
                    <a:pt x="9407003" y="42029"/>
                  </a:cubicBezTo>
                  <a:cubicBezTo>
                    <a:pt x="9420777" y="32732"/>
                    <a:pt x="9438831" y="27312"/>
                    <a:pt x="9455456" y="20546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00210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06F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Urinary incontinence: Pathology review: Video, Causes, &amp; Meaning | Osmosis">
            <a:extLst>
              <a:ext uri="{FF2B5EF4-FFF2-40B4-BE49-F238E27FC236}">
                <a16:creationId xmlns:a16="http://schemas.microsoft.com/office/drawing/2014/main" id="{AA8A98DF-C48B-1852-BC01-B9FD0F754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3941" y="643467"/>
            <a:ext cx="9904117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64076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3DFD47-D7B4-7D09-E14F-985AD7F4D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6C365-29DE-C8C7-0815-3698DFA26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701299"/>
            <a:ext cx="10691265" cy="2115403"/>
          </a:xfrm>
        </p:spPr>
        <p:txBody>
          <a:bodyPr>
            <a:normAutofit/>
          </a:bodyPr>
          <a:lstStyle/>
          <a:p>
            <a:r>
              <a:rPr lang="en-US" cap="none" dirty="0"/>
              <a:t>A patient reports a sudden need to urinate. Which type of incontinence should the nurse document this as?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62986-3CE3-42BB-08CD-D1279959A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869" y="3429000"/>
            <a:ext cx="10691265" cy="2727701"/>
          </a:xfrm>
        </p:spPr>
        <p:txBody>
          <a:bodyPr numCol="1"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2800" dirty="0"/>
              <a:t>Stress incontinence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dirty="0"/>
              <a:t>Urge incontinence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dirty="0"/>
              <a:t>Functional incontinence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dirty="0"/>
              <a:t>Overflow incontinence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CFF37B-FEA2-4D04-FD53-839058F71A0F}"/>
              </a:ext>
            </a:extLst>
          </p:cNvPr>
          <p:cNvSpPr txBox="1"/>
          <p:nvPr/>
        </p:nvSpPr>
        <p:spPr>
          <a:xfrm>
            <a:off x="9422969" y="55328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5013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C964D2-E50D-1AE2-F069-DD2105C54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9646D-955C-005B-8432-59AB82B4B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569" y="878332"/>
            <a:ext cx="10691265" cy="2115403"/>
          </a:xfrm>
        </p:spPr>
        <p:txBody>
          <a:bodyPr>
            <a:normAutofit/>
          </a:bodyPr>
          <a:lstStyle/>
          <a:p>
            <a:r>
              <a:rPr lang="en-US" cap="none" dirty="0"/>
              <a:t>What is the best word for the loss of voluntary control of the bladder?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D86DE-E9C8-EF48-C58C-7EE68E080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0735" y="2993735"/>
            <a:ext cx="10691265" cy="2727701"/>
          </a:xfrm>
        </p:spPr>
        <p:txBody>
          <a:bodyPr numCol="1"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3200" dirty="0"/>
              <a:t>Retention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Cholecystectomy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Pyelonephritis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Incontinence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3B442E-7DFF-999A-78EF-E48F555ED450}"/>
              </a:ext>
            </a:extLst>
          </p:cNvPr>
          <p:cNvSpPr txBox="1"/>
          <p:nvPr/>
        </p:nvSpPr>
        <p:spPr>
          <a:xfrm>
            <a:off x="9422969" y="55328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9840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E4383-58E9-758C-7CF2-E7E9D3348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53231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 </a:t>
            </a:r>
            <a:br>
              <a:rPr lang="en-US" dirty="0"/>
            </a:br>
            <a:r>
              <a:rPr lang="en-US" dirty="0"/>
              <a:t>Which type of incontinence is present when increased intraabdominal pressure forces urine through the urinary sphincter?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ED66B-DF4B-9471-A7AB-3F288A932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8999"/>
            <a:ext cx="10515600" cy="2747963"/>
          </a:xfrm>
        </p:spPr>
        <p:txBody>
          <a:bodyPr/>
          <a:lstStyle/>
          <a:p>
            <a:pPr marL="914400" lvl="1" indent="-457200">
              <a:buFont typeface="+mj-lt"/>
              <a:buAutoNum type="alphaUcPeriod"/>
            </a:pPr>
            <a:r>
              <a:rPr lang="en-US" sz="3200" dirty="0"/>
              <a:t>Urge incontinence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3200" dirty="0"/>
              <a:t>Stress incontinence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3200" dirty="0"/>
              <a:t>Overflow incontinence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3200" dirty="0"/>
              <a:t>Functional incontinence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7021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64ED99-AC34-455E-3AEE-E12FB45E6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819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1" name="Rectangle 820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8337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5C73FB-7B98-F5D9-4075-E69ED701C6A6}"/>
              </a:ext>
            </a:extLst>
          </p:cNvPr>
          <p:cNvSpPr txBox="1"/>
          <p:nvPr/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en-US" sz="2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Let’s Play a Game</a:t>
            </a:r>
          </a:p>
        </p:txBody>
      </p:sp>
      <p:pic>
        <p:nvPicPr>
          <p:cNvPr id="8194" name="Picture 2" descr="Abnormal urine color - Wikipedia">
            <a:extLst>
              <a:ext uri="{FF2B5EF4-FFF2-40B4-BE49-F238E27FC236}">
                <a16:creationId xmlns:a16="http://schemas.microsoft.com/office/drawing/2014/main" id="{FE67348B-AE94-599B-8A91-8BADAE0C7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67145" y="961812"/>
            <a:ext cx="6531108" cy="4930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5661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FBAFA1-8ED2-8088-95AE-106C577A1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7FAE6E8-1D9E-4905-AAFE-978D33182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1D7C83-D7E4-FE67-6578-82266FD05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317" y="1354819"/>
            <a:ext cx="10361531" cy="26783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Chronic Kidney Disease (CKD)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1133F9-87E6-FE2D-89C7-113662751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7088" y="4414180"/>
            <a:ext cx="7006691" cy="884538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24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9D1CBF-A219-4C01-85A0-9DF6151EE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9FC63AB-02B8-4DDD-8778-397188A37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C0AB7ED-D983-4149-A166-B31B71163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065662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lose-up of a paper&#10;&#10;AI-generated content may be incorrect.">
            <a:extLst>
              <a:ext uri="{FF2B5EF4-FFF2-40B4-BE49-F238E27FC236}">
                <a16:creationId xmlns:a16="http://schemas.microsoft.com/office/drawing/2014/main" id="{44FD001D-2880-F4A4-AEBE-F9B7ED8CC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200" y="643467"/>
            <a:ext cx="763159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7039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976D0D-F568-92FF-654D-B6F1D5EA3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259C2-F805-05E6-ACA4-1FE24874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102" y="701299"/>
            <a:ext cx="10691265" cy="2115403"/>
          </a:xfrm>
        </p:spPr>
        <p:txBody>
          <a:bodyPr>
            <a:normAutofit/>
          </a:bodyPr>
          <a:lstStyle/>
          <a:p>
            <a:r>
              <a:rPr lang="en-US" cap="none" dirty="0"/>
              <a:t>Which of the following electrolyte imbalances would be present in a patient with CKD? Select all that apply.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41411-4D0E-E6A2-24B6-B6656CDDA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7883" y="3174526"/>
            <a:ext cx="10691265" cy="2727701"/>
          </a:xfrm>
        </p:spPr>
        <p:txBody>
          <a:bodyPr numCol="1"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3200" dirty="0"/>
              <a:t>Hypokalemia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Hyponatremia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Hyperphosphatemia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Hypercalcemia</a:t>
            </a:r>
          </a:p>
          <a:p>
            <a:pPr marL="457200" indent="-457200">
              <a:buFont typeface="+mj-lt"/>
              <a:buAutoNum type="alphaUcPeriod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B532A4-24B9-E083-AD1B-48BB376E80AF}"/>
              </a:ext>
            </a:extLst>
          </p:cNvPr>
          <p:cNvSpPr txBox="1"/>
          <p:nvPr/>
        </p:nvSpPr>
        <p:spPr>
          <a:xfrm>
            <a:off x="9422969" y="55328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3073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50DF53-8557-9DB6-5C86-87F1F1B46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5550A-DE68-6AD7-BBDB-435A03DEC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2532311"/>
          </a:xfrm>
        </p:spPr>
        <p:txBody>
          <a:bodyPr>
            <a:normAutofit fontScale="90000"/>
          </a:bodyPr>
          <a:lstStyle/>
          <a:p>
            <a:r>
              <a:rPr lang="en-US" dirty="0"/>
              <a:t>Which of the following lab values would be expected in a patient with CKD? Select all that apply.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B176A-1DAB-6684-AA97-40CAC5051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533" y="2887132"/>
            <a:ext cx="10515600" cy="2747963"/>
          </a:xfrm>
        </p:spPr>
        <p:txBody>
          <a:bodyPr/>
          <a:lstStyle/>
          <a:p>
            <a:pPr marL="914400" lvl="1" indent="-457200">
              <a:buFont typeface="+mj-lt"/>
              <a:buAutoNum type="alphaUcPeriod"/>
            </a:pPr>
            <a:r>
              <a:rPr lang="en-US" sz="3200" dirty="0"/>
              <a:t>Increased K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3200" dirty="0"/>
              <a:t>Increased Hgb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3200" dirty="0"/>
              <a:t>Decreased creatinine 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3200" dirty="0"/>
              <a:t>Increased Mg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3200" dirty="0"/>
              <a:t>Increased GFR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4838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E3F836-FEC0-08E4-F99A-49E1A9E5E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88D8D-9151-F384-9A70-365343329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2238"/>
            <a:ext cx="10515600" cy="1700742"/>
          </a:xfrm>
        </p:spPr>
        <p:txBody>
          <a:bodyPr>
            <a:normAutofit fontScale="90000"/>
          </a:bodyPr>
          <a:lstStyle/>
          <a:p>
            <a:r>
              <a:rPr lang="en-US" dirty="0"/>
              <a:t>Which statement best describes the pathophysiology of CKD?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1BD6E-AD62-54CC-4E2A-1AE5C4F2E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17799"/>
            <a:ext cx="10515600" cy="2747963"/>
          </a:xfrm>
        </p:spPr>
        <p:txBody>
          <a:bodyPr/>
          <a:lstStyle/>
          <a:p>
            <a:pPr marL="914400" lvl="1" indent="-457200">
              <a:buFont typeface="+mj-lt"/>
              <a:buAutoNum type="alphaUcPeriod"/>
            </a:pPr>
            <a:r>
              <a:rPr lang="en-US" sz="2800" dirty="0"/>
              <a:t>CKD has a rapid onset after large ingestion of nephrotoxic medications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800" dirty="0"/>
              <a:t>CKD is most commonly from an irreversible AKI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800" dirty="0"/>
              <a:t>CKD results from prolonged stimulation of RAAS 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800" dirty="0"/>
              <a:t>CKD has an insidious onset after prolonged nephron damage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4896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F9B529-C164-FDCC-9C46-CDC49C693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B69B9F5-E9DB-3148-DE11-8B50F7F8B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10456334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Acute Kidney Injury (AKI)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4144EF-94D0-07A5-06D4-5170F287F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5024" y="3809999"/>
            <a:ext cx="7025753" cy="1012778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24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24705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450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33B8E1-F4E8-9208-B9C8-514D44893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185" y="643467"/>
            <a:ext cx="700763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5719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66E9FC-085B-26AD-4D3D-6B6363397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6074-64E8-B8EE-7107-91CD450CB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102" y="720672"/>
            <a:ext cx="10691265" cy="2115403"/>
          </a:xfrm>
        </p:spPr>
        <p:txBody>
          <a:bodyPr>
            <a:normAutofit/>
          </a:bodyPr>
          <a:lstStyle/>
          <a:p>
            <a:r>
              <a:rPr lang="en-US" cap="none" dirty="0"/>
              <a:t>Kidney stones would cause which type of kidney injury?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60971-5CFF-F741-C304-0B59DE867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0735" y="2836075"/>
            <a:ext cx="10691265" cy="2727701"/>
          </a:xfrm>
        </p:spPr>
        <p:txBody>
          <a:bodyPr numCol="1"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3200" dirty="0"/>
              <a:t>Prerenal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Intrarenal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Postrenal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 err="1"/>
              <a:t>Epirenal</a:t>
            </a:r>
            <a:r>
              <a:rPr lang="en-US" sz="32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B00A62-5C80-1A55-80B6-EF77442F9796}"/>
              </a:ext>
            </a:extLst>
          </p:cNvPr>
          <p:cNvSpPr txBox="1"/>
          <p:nvPr/>
        </p:nvSpPr>
        <p:spPr>
          <a:xfrm>
            <a:off x="9422969" y="55328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2989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A672C9-2BA2-7298-4A45-9E5B657EF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CCC97-9291-9502-6889-AD43DABF6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35" y="383642"/>
            <a:ext cx="10691265" cy="2115403"/>
          </a:xfrm>
        </p:spPr>
        <p:txBody>
          <a:bodyPr>
            <a:normAutofit/>
          </a:bodyPr>
          <a:lstStyle/>
          <a:p>
            <a:r>
              <a:rPr lang="en-US" cap="none" dirty="0"/>
              <a:t>What is a cause of acute renal failure?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70400-D93A-16E6-8B41-1B1EF939F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3668" y="2652119"/>
            <a:ext cx="10691265" cy="2727701"/>
          </a:xfrm>
        </p:spPr>
        <p:txBody>
          <a:bodyPr numCol="1"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3200" dirty="0"/>
              <a:t>Diabetes and hyperglycemia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Short-term, high dose of toxins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Hypertension and atherosclerosis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Long-term exposure to renal toxins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4A511A-6A97-424E-C25B-557DC02733D1}"/>
              </a:ext>
            </a:extLst>
          </p:cNvPr>
          <p:cNvSpPr txBox="1"/>
          <p:nvPr/>
        </p:nvSpPr>
        <p:spPr>
          <a:xfrm>
            <a:off x="9422969" y="55328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812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6C3985-4822-9BE3-7842-DC8B3EDB8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D11BA-1E83-2DB0-A511-8184CCA57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102" y="660641"/>
            <a:ext cx="10691265" cy="2115403"/>
          </a:xfrm>
        </p:spPr>
        <p:txBody>
          <a:bodyPr>
            <a:normAutofit/>
          </a:bodyPr>
          <a:lstStyle/>
          <a:p>
            <a:r>
              <a:rPr lang="en-US" cap="none" dirty="0"/>
              <a:t>Which of the following would be a potential cause of a prerenal AKI?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DF2F0-3FFB-F5D7-F1E8-7EAA34C5D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221" y="2989860"/>
            <a:ext cx="10691265" cy="2727701"/>
          </a:xfrm>
        </p:spPr>
        <p:txBody>
          <a:bodyPr numCol="1"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3200" dirty="0"/>
              <a:t>Glomerulonephritis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Kidney stone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Exposure to IV contrast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Hypovolemia</a:t>
            </a:r>
          </a:p>
          <a:p>
            <a:pPr marL="457200" indent="-457200">
              <a:buFont typeface="+mj-lt"/>
              <a:buAutoNum type="alphaUcPeriod"/>
            </a:pPr>
            <a:endParaRPr lang="en-US" sz="2800" dirty="0"/>
          </a:p>
          <a:p>
            <a:pPr marL="457200" indent="-457200">
              <a:buFont typeface="+mj-lt"/>
              <a:buAutoNum type="alphaUcPeriod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51DD3-55EB-8B5D-36E2-C1290F90F1B3}"/>
              </a:ext>
            </a:extLst>
          </p:cNvPr>
          <p:cNvSpPr txBox="1"/>
          <p:nvPr/>
        </p:nvSpPr>
        <p:spPr>
          <a:xfrm>
            <a:off x="9422969" y="55328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2876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96EE38-9921-55E1-8E6D-09B32C083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6EB8E-A73F-A1A3-1862-233DD591F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689791"/>
            <a:ext cx="10691265" cy="2115403"/>
          </a:xfrm>
        </p:spPr>
        <p:txBody>
          <a:bodyPr>
            <a:normAutofit/>
          </a:bodyPr>
          <a:lstStyle/>
          <a:p>
            <a:r>
              <a:rPr lang="en-US" cap="none" dirty="0"/>
              <a:t>A patient with benign prostatic hyperplasia (BPH) is at increased risk of developing which AKI?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B10E3-BAD6-80F5-6822-D5C23CB0E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221" y="2989860"/>
            <a:ext cx="10691265" cy="2727701"/>
          </a:xfrm>
        </p:spPr>
        <p:txBody>
          <a:bodyPr numCol="1"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3200" dirty="0"/>
              <a:t>Prerenal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Intrarenal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Postrenal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Both B &amp; C</a:t>
            </a:r>
          </a:p>
          <a:p>
            <a:pPr marL="457200" indent="-457200">
              <a:buFont typeface="+mj-lt"/>
              <a:buAutoNum type="alphaUcPeriod"/>
            </a:pPr>
            <a:endParaRPr lang="en-US" sz="2800" dirty="0"/>
          </a:p>
          <a:p>
            <a:pPr marL="457200" indent="-457200">
              <a:buFont typeface="+mj-lt"/>
              <a:buAutoNum type="alphaUcPeriod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6AD2D7-AD5D-3935-4F80-BC8FF176DA47}"/>
              </a:ext>
            </a:extLst>
          </p:cNvPr>
          <p:cNvSpPr txBox="1"/>
          <p:nvPr/>
        </p:nvSpPr>
        <p:spPr>
          <a:xfrm>
            <a:off x="9422969" y="55328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4732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4D6DE5-0E24-9425-291C-1719AFF1D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76D98-2B25-7155-B429-35A1A7293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532311"/>
          </a:xfrm>
        </p:spPr>
        <p:txBody>
          <a:bodyPr>
            <a:normAutofit/>
          </a:bodyPr>
          <a:lstStyle/>
          <a:p>
            <a:r>
              <a:rPr lang="en-US" dirty="0"/>
              <a:t>Which of the following would cause an intrarenal AKI?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5B2E9-27B0-9C3A-4779-6A2C13006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8999"/>
            <a:ext cx="10515600" cy="2747963"/>
          </a:xfrm>
        </p:spPr>
        <p:txBody>
          <a:bodyPr/>
          <a:lstStyle/>
          <a:p>
            <a:pPr marL="914400" lvl="1" indent="-457200">
              <a:buFont typeface="+mj-lt"/>
              <a:buAutoNum type="alphaUcPeriod"/>
            </a:pPr>
            <a:r>
              <a:rPr lang="en-US" sz="3200" dirty="0"/>
              <a:t>Benign prostatic hyperplasia (BPH)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3200" dirty="0"/>
              <a:t>Rhabdomyolysis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3200" dirty="0"/>
              <a:t>Myocardial infarction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3200" dirty="0"/>
              <a:t>Dehydration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4136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90D64C-C21A-2F9D-1D5E-F16EB863B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AD51A-53A9-8DE3-F710-C86EDB3F5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532311"/>
          </a:xfrm>
        </p:spPr>
        <p:txBody>
          <a:bodyPr>
            <a:normAutofit/>
          </a:bodyPr>
          <a:lstStyle/>
          <a:p>
            <a:r>
              <a:rPr lang="en-US" dirty="0"/>
              <a:t>Which statement best describes the pathophysiology of postrenal AKIs?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D62AE-866B-63D7-D928-C6299FEC2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33" y="2751666"/>
            <a:ext cx="10515600" cy="2747963"/>
          </a:xfrm>
        </p:spPr>
        <p:txBody>
          <a:bodyPr/>
          <a:lstStyle/>
          <a:p>
            <a:pPr marL="914400" lvl="1" indent="-457200">
              <a:buFont typeface="+mj-lt"/>
              <a:buAutoNum type="alphaUcPeriod"/>
            </a:pPr>
            <a:r>
              <a:rPr lang="en-US" sz="2800" dirty="0"/>
              <a:t>There is a lack of perfusion to the kidney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800" dirty="0"/>
              <a:t>Diabetes and hypertension damage the kidney acutely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800" dirty="0"/>
              <a:t>There is an obstruction in the urinary system that does not allow proper outflow of urine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800" dirty="0"/>
              <a:t>The kidney is injured from glomerulonephritis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2842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C67E11-A626-5C17-1A8F-CA072ADB7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400" y="1354819"/>
            <a:ext cx="6124576" cy="26783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7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Dialysis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2E9CD-7E66-33F7-B2C3-69480EDB9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0087" y="3429000"/>
            <a:ext cx="6128274" cy="884538"/>
          </a:xfr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Hemodialysis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Peritoneal Dialysis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253338B-EC15-4112-B0AA-4135021E9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1"/>
            <a:ext cx="4572002" cy="6858002"/>
          </a:xfrm>
          <a:custGeom>
            <a:avLst/>
            <a:gdLst>
              <a:gd name="connsiteX0" fmla="*/ 4214994 w 4572002"/>
              <a:gd name="connsiteY0" fmla="*/ 6564620 h 6858002"/>
              <a:gd name="connsiteX1" fmla="*/ 4214994 w 4572002"/>
              <a:gd name="connsiteY1" fmla="*/ 6564621 h 6858002"/>
              <a:gd name="connsiteX2" fmla="*/ 4237474 w 4572002"/>
              <a:gd name="connsiteY2" fmla="*/ 6588626 h 6858002"/>
              <a:gd name="connsiteX3" fmla="*/ 4254096 w 4572002"/>
              <a:gd name="connsiteY3" fmla="*/ 6625225 h 6858002"/>
              <a:gd name="connsiteX4" fmla="*/ 4247001 w 4572002"/>
              <a:gd name="connsiteY4" fmla="*/ 6662540 h 6858002"/>
              <a:gd name="connsiteX5" fmla="*/ 4247000 w 4572002"/>
              <a:gd name="connsiteY5" fmla="*/ 6662541 h 6858002"/>
              <a:gd name="connsiteX6" fmla="*/ 4246999 w 4572002"/>
              <a:gd name="connsiteY6" fmla="*/ 6662544 h 6858002"/>
              <a:gd name="connsiteX7" fmla="*/ 4235550 w 4572002"/>
              <a:gd name="connsiteY7" fmla="*/ 6683027 h 6858002"/>
              <a:gd name="connsiteX8" fmla="*/ 4232403 w 4572002"/>
              <a:gd name="connsiteY8" fmla="*/ 6702976 h 6858002"/>
              <a:gd name="connsiteX9" fmla="*/ 4232403 w 4572002"/>
              <a:gd name="connsiteY9" fmla="*/ 6702977 h 6858002"/>
              <a:gd name="connsiteX10" fmla="*/ 4246238 w 4572002"/>
              <a:gd name="connsiteY10" fmla="*/ 6742553 h 6858002"/>
              <a:gd name="connsiteX11" fmla="*/ 4246239 w 4572002"/>
              <a:gd name="connsiteY11" fmla="*/ 6742555 h 6858002"/>
              <a:gd name="connsiteX12" fmla="*/ 4265716 w 4572002"/>
              <a:gd name="connsiteY12" fmla="*/ 6812062 h 6858002"/>
              <a:gd name="connsiteX13" fmla="*/ 4265717 w 4572002"/>
              <a:gd name="connsiteY13" fmla="*/ 6812064 h 6858002"/>
              <a:gd name="connsiteX14" fmla="*/ 4265717 w 4572002"/>
              <a:gd name="connsiteY14" fmla="*/ 6812063 h 6858002"/>
              <a:gd name="connsiteX15" fmla="*/ 4265716 w 4572002"/>
              <a:gd name="connsiteY15" fmla="*/ 6812062 h 6858002"/>
              <a:gd name="connsiteX16" fmla="*/ 4260942 w 4572002"/>
              <a:gd name="connsiteY16" fmla="*/ 6776800 h 6858002"/>
              <a:gd name="connsiteX17" fmla="*/ 4246239 w 4572002"/>
              <a:gd name="connsiteY17" fmla="*/ 6742555 h 6858002"/>
              <a:gd name="connsiteX18" fmla="*/ 4246238 w 4572002"/>
              <a:gd name="connsiteY18" fmla="*/ 6742552 h 6858002"/>
              <a:gd name="connsiteX19" fmla="*/ 4232403 w 4572002"/>
              <a:gd name="connsiteY19" fmla="*/ 6702976 h 6858002"/>
              <a:gd name="connsiteX20" fmla="*/ 4246999 w 4572002"/>
              <a:gd name="connsiteY20" fmla="*/ 6662544 h 6858002"/>
              <a:gd name="connsiteX21" fmla="*/ 4247000 w 4572002"/>
              <a:gd name="connsiteY21" fmla="*/ 6662542 h 6858002"/>
              <a:gd name="connsiteX22" fmla="*/ 4247001 w 4572002"/>
              <a:gd name="connsiteY22" fmla="*/ 6662540 h 6858002"/>
              <a:gd name="connsiteX23" fmla="*/ 4254084 w 4572002"/>
              <a:gd name="connsiteY23" fmla="*/ 6645552 h 6858002"/>
              <a:gd name="connsiteX24" fmla="*/ 4254096 w 4572002"/>
              <a:gd name="connsiteY24" fmla="*/ 6625225 h 6858002"/>
              <a:gd name="connsiteX25" fmla="*/ 4254096 w 4572002"/>
              <a:gd name="connsiteY25" fmla="*/ 6625224 h 6858002"/>
              <a:gd name="connsiteX26" fmla="*/ 4237474 w 4572002"/>
              <a:gd name="connsiteY26" fmla="*/ 6588625 h 6858002"/>
              <a:gd name="connsiteX27" fmla="*/ 4295315 w 4572002"/>
              <a:gd name="connsiteY27" fmla="*/ 6438981 h 6858002"/>
              <a:gd name="connsiteX28" fmla="*/ 4275385 w 4572002"/>
              <a:gd name="connsiteY28" fmla="*/ 6463840 h 6858002"/>
              <a:gd name="connsiteX29" fmla="*/ 4275382 w 4572002"/>
              <a:gd name="connsiteY29" fmla="*/ 6463849 h 6858002"/>
              <a:gd name="connsiteX30" fmla="*/ 4261587 w 4572002"/>
              <a:gd name="connsiteY30" fmla="*/ 6513012 h 6858002"/>
              <a:gd name="connsiteX31" fmla="*/ 4242781 w 4572002"/>
              <a:gd name="connsiteY31" fmla="*/ 6546194 h 6858002"/>
              <a:gd name="connsiteX32" fmla="*/ 4242781 w 4572002"/>
              <a:gd name="connsiteY32" fmla="*/ 6546195 h 6858002"/>
              <a:gd name="connsiteX33" fmla="*/ 4259120 w 4572002"/>
              <a:gd name="connsiteY33" fmla="*/ 6521804 h 6858002"/>
              <a:gd name="connsiteX34" fmla="*/ 4261587 w 4572002"/>
              <a:gd name="connsiteY34" fmla="*/ 6513012 h 6858002"/>
              <a:gd name="connsiteX35" fmla="*/ 4264398 w 4572002"/>
              <a:gd name="connsiteY35" fmla="*/ 6508052 h 6858002"/>
              <a:gd name="connsiteX36" fmla="*/ 4275382 w 4572002"/>
              <a:gd name="connsiteY36" fmla="*/ 6463849 h 6858002"/>
              <a:gd name="connsiteX37" fmla="*/ 4275385 w 4572002"/>
              <a:gd name="connsiteY37" fmla="*/ 6463841 h 6858002"/>
              <a:gd name="connsiteX38" fmla="*/ 4295315 w 4572002"/>
              <a:gd name="connsiteY38" fmla="*/ 6438981 h 6858002"/>
              <a:gd name="connsiteX39" fmla="*/ 4381289 w 4572002"/>
              <a:gd name="connsiteY39" fmla="*/ 6365204 h 6858002"/>
              <a:gd name="connsiteX40" fmla="*/ 4380008 w 4572002"/>
              <a:gd name="connsiteY40" fmla="*/ 6387910 h 6858002"/>
              <a:gd name="connsiteX41" fmla="*/ 4378243 w 4572002"/>
              <a:gd name="connsiteY41" fmla="*/ 6391549 h 6858002"/>
              <a:gd name="connsiteX42" fmla="*/ 4370589 w 4572002"/>
              <a:gd name="connsiteY42" fmla="*/ 6407332 h 6858002"/>
              <a:gd name="connsiteX43" fmla="*/ 4370589 w 4572002"/>
              <a:gd name="connsiteY43" fmla="*/ 6407333 h 6858002"/>
              <a:gd name="connsiteX44" fmla="*/ 4378243 w 4572002"/>
              <a:gd name="connsiteY44" fmla="*/ 6391549 h 6858002"/>
              <a:gd name="connsiteX45" fmla="*/ 4380008 w 4572002"/>
              <a:gd name="connsiteY45" fmla="*/ 6387910 h 6858002"/>
              <a:gd name="connsiteX46" fmla="*/ 4142220 w 4572002"/>
              <a:gd name="connsiteY46" fmla="*/ 4221391 h 6858002"/>
              <a:gd name="connsiteX47" fmla="*/ 4142220 w 4572002"/>
              <a:gd name="connsiteY47" fmla="*/ 4221392 h 6858002"/>
              <a:gd name="connsiteX48" fmla="*/ 4147936 w 4572002"/>
              <a:gd name="connsiteY48" fmla="*/ 4253015 h 6858002"/>
              <a:gd name="connsiteX49" fmla="*/ 4187752 w 4572002"/>
              <a:gd name="connsiteY49" fmla="*/ 4324646 h 6858002"/>
              <a:gd name="connsiteX50" fmla="*/ 4196706 w 4572002"/>
              <a:gd name="connsiteY50" fmla="*/ 4363891 h 6858002"/>
              <a:gd name="connsiteX51" fmla="*/ 4195944 w 4572002"/>
              <a:gd name="connsiteY51" fmla="*/ 4482004 h 6858002"/>
              <a:gd name="connsiteX52" fmla="*/ 4135934 w 4572002"/>
              <a:gd name="connsiteY52" fmla="*/ 4659174 h 6858002"/>
              <a:gd name="connsiteX53" fmla="*/ 4127932 w 4572002"/>
              <a:gd name="connsiteY53" fmla="*/ 4677655 h 6858002"/>
              <a:gd name="connsiteX54" fmla="*/ 4118025 w 4572002"/>
              <a:gd name="connsiteY54" fmla="*/ 4767764 h 6858002"/>
              <a:gd name="connsiteX55" fmla="*/ 4116716 w 4572002"/>
              <a:gd name="connsiteY55" fmla="*/ 4800483 h 6858002"/>
              <a:gd name="connsiteX56" fmla="*/ 4116716 w 4572002"/>
              <a:gd name="connsiteY56" fmla="*/ 4800484 h 6858002"/>
              <a:gd name="connsiteX57" fmla="*/ 4131552 w 4572002"/>
              <a:gd name="connsiteY57" fmla="*/ 4828917 h 6858002"/>
              <a:gd name="connsiteX58" fmla="*/ 4153733 w 4572002"/>
              <a:gd name="connsiteY58" fmla="*/ 4863343 h 6858002"/>
              <a:gd name="connsiteX59" fmla="*/ 4161262 w 4572002"/>
              <a:gd name="connsiteY59" fmla="*/ 4889275 h 6858002"/>
              <a:gd name="connsiteX60" fmla="*/ 4159557 w 4572002"/>
              <a:gd name="connsiteY60" fmla="*/ 4912168 h 6858002"/>
              <a:gd name="connsiteX61" fmla="*/ 4158155 w 4572002"/>
              <a:gd name="connsiteY61" fmla="*/ 4933804 h 6858002"/>
              <a:gd name="connsiteX62" fmla="*/ 4158155 w 4572002"/>
              <a:gd name="connsiteY62" fmla="*/ 4933805 h 6858002"/>
              <a:gd name="connsiteX63" fmla="*/ 4162914 w 4572002"/>
              <a:gd name="connsiteY63" fmla="*/ 4952673 h 6858002"/>
              <a:gd name="connsiteX64" fmla="*/ 4165707 w 4572002"/>
              <a:gd name="connsiteY64" fmla="*/ 4957454 h 6858002"/>
              <a:gd name="connsiteX65" fmla="*/ 4166985 w 4572002"/>
              <a:gd name="connsiteY65" fmla="*/ 4961456 h 6858002"/>
              <a:gd name="connsiteX66" fmla="*/ 4182989 w 4572002"/>
              <a:gd name="connsiteY66" fmla="*/ 4987038 h 6858002"/>
              <a:gd name="connsiteX67" fmla="*/ 4209468 w 4572002"/>
              <a:gd name="connsiteY67" fmla="*/ 5041522 h 6858002"/>
              <a:gd name="connsiteX68" fmla="*/ 4216684 w 4572002"/>
              <a:gd name="connsiteY68" fmla="*/ 5072376 h 6858002"/>
              <a:gd name="connsiteX69" fmla="*/ 4222587 w 4572002"/>
              <a:gd name="connsiteY69" fmla="*/ 5087441 h 6858002"/>
              <a:gd name="connsiteX70" fmla="*/ 4235615 w 4572002"/>
              <a:gd name="connsiteY70" fmla="*/ 5133220 h 6858002"/>
              <a:gd name="connsiteX71" fmla="*/ 4235616 w 4572002"/>
              <a:gd name="connsiteY71" fmla="*/ 5133225 h 6858002"/>
              <a:gd name="connsiteX72" fmla="*/ 4228901 w 4572002"/>
              <a:gd name="connsiteY72" fmla="*/ 5166113 h 6858002"/>
              <a:gd name="connsiteX73" fmla="*/ 4228901 w 4572002"/>
              <a:gd name="connsiteY73" fmla="*/ 5166114 h 6858002"/>
              <a:gd name="connsiteX74" fmla="*/ 4229593 w 4572002"/>
              <a:gd name="connsiteY74" fmla="*/ 5172091 h 6858002"/>
              <a:gd name="connsiteX75" fmla="*/ 4232139 w 4572002"/>
              <a:gd name="connsiteY75" fmla="*/ 5179068 h 6858002"/>
              <a:gd name="connsiteX76" fmla="*/ 4231973 w 4572002"/>
              <a:gd name="connsiteY76" fmla="*/ 5229434 h 6858002"/>
              <a:gd name="connsiteX77" fmla="*/ 4225669 w 4572002"/>
              <a:gd name="connsiteY77" fmla="*/ 5241089 h 6858002"/>
              <a:gd name="connsiteX78" fmla="*/ 4208517 w 4572002"/>
              <a:gd name="connsiteY78" fmla="*/ 5272796 h 6858002"/>
              <a:gd name="connsiteX79" fmla="*/ 4184613 w 4572002"/>
              <a:gd name="connsiteY79" fmla="*/ 5312288 h 6858002"/>
              <a:gd name="connsiteX80" fmla="*/ 4183557 w 4572002"/>
              <a:gd name="connsiteY80" fmla="*/ 5321350 h 6858002"/>
              <a:gd name="connsiteX81" fmla="*/ 4181083 w 4572002"/>
              <a:gd name="connsiteY81" fmla="*/ 5326163 h 6858002"/>
              <a:gd name="connsiteX82" fmla="*/ 4179637 w 4572002"/>
              <a:gd name="connsiteY82" fmla="*/ 5355014 h 6858002"/>
              <a:gd name="connsiteX83" fmla="*/ 4179637 w 4572002"/>
              <a:gd name="connsiteY83" fmla="*/ 5355015 h 6858002"/>
              <a:gd name="connsiteX84" fmla="*/ 4184513 w 4572002"/>
              <a:gd name="connsiteY84" fmla="*/ 5385385 h 6858002"/>
              <a:gd name="connsiteX85" fmla="*/ 4192704 w 4572002"/>
              <a:gd name="connsiteY85" fmla="*/ 5425583 h 6858002"/>
              <a:gd name="connsiteX86" fmla="*/ 4204327 w 4572002"/>
              <a:gd name="connsiteY86" fmla="*/ 5480638 h 6858002"/>
              <a:gd name="connsiteX87" fmla="*/ 4208850 w 4572002"/>
              <a:gd name="connsiteY87" fmla="*/ 5507668 h 6858002"/>
              <a:gd name="connsiteX88" fmla="*/ 4198232 w 4572002"/>
              <a:gd name="connsiteY88" fmla="*/ 5531692 h 6858002"/>
              <a:gd name="connsiteX89" fmla="*/ 4198231 w 4572002"/>
              <a:gd name="connsiteY89" fmla="*/ 5531693 h 6858002"/>
              <a:gd name="connsiteX90" fmla="*/ 4188085 w 4572002"/>
              <a:gd name="connsiteY90" fmla="*/ 5547578 h 6858002"/>
              <a:gd name="connsiteX91" fmla="*/ 4188085 w 4572002"/>
              <a:gd name="connsiteY91" fmla="*/ 5547579 h 6858002"/>
              <a:gd name="connsiteX92" fmla="*/ 4197659 w 4572002"/>
              <a:gd name="connsiteY92" fmla="*/ 5562747 h 6858002"/>
              <a:gd name="connsiteX93" fmla="*/ 4268907 w 4572002"/>
              <a:gd name="connsiteY93" fmla="*/ 5704484 h 6858002"/>
              <a:gd name="connsiteX94" fmla="*/ 4274812 w 4572002"/>
              <a:gd name="connsiteY94" fmla="*/ 5740489 h 6858002"/>
              <a:gd name="connsiteX95" fmla="*/ 4283578 w 4572002"/>
              <a:gd name="connsiteY95" fmla="*/ 5760874 h 6858002"/>
              <a:gd name="connsiteX96" fmla="*/ 4371973 w 4572002"/>
              <a:gd name="connsiteY96" fmla="*/ 5883752 h 6858002"/>
              <a:gd name="connsiteX97" fmla="*/ 4371974 w 4572002"/>
              <a:gd name="connsiteY97" fmla="*/ 5883757 h 6858002"/>
              <a:gd name="connsiteX98" fmla="*/ 4389877 w 4572002"/>
              <a:gd name="connsiteY98" fmla="*/ 5935946 h 6858002"/>
              <a:gd name="connsiteX99" fmla="*/ 4389878 w 4572002"/>
              <a:gd name="connsiteY99" fmla="*/ 5935950 h 6858002"/>
              <a:gd name="connsiteX100" fmla="*/ 4386259 w 4572002"/>
              <a:gd name="connsiteY100" fmla="*/ 5993290 h 6858002"/>
              <a:gd name="connsiteX101" fmla="*/ 4386259 w 4572002"/>
              <a:gd name="connsiteY101" fmla="*/ 5993291 h 6858002"/>
              <a:gd name="connsiteX102" fmla="*/ 4379782 w 4572002"/>
              <a:gd name="connsiteY102" fmla="*/ 6026440 h 6858002"/>
              <a:gd name="connsiteX103" fmla="*/ 4323583 w 4572002"/>
              <a:gd name="connsiteY103" fmla="*/ 6108738 h 6858002"/>
              <a:gd name="connsiteX104" fmla="*/ 4309890 w 4572002"/>
              <a:gd name="connsiteY104" fmla="*/ 6133314 h 6858002"/>
              <a:gd name="connsiteX105" fmla="*/ 4309890 w 4572002"/>
              <a:gd name="connsiteY105" fmla="*/ 6133315 h 6858002"/>
              <a:gd name="connsiteX106" fmla="*/ 4313591 w 4572002"/>
              <a:gd name="connsiteY106" fmla="*/ 6143190 h 6858002"/>
              <a:gd name="connsiteX107" fmla="*/ 4325486 w 4572002"/>
              <a:gd name="connsiteY107" fmla="*/ 6155600 h 6858002"/>
              <a:gd name="connsiteX108" fmla="*/ 4325488 w 4572002"/>
              <a:gd name="connsiteY108" fmla="*/ 6155603 h 6858002"/>
              <a:gd name="connsiteX109" fmla="*/ 4364160 w 4572002"/>
              <a:gd name="connsiteY109" fmla="*/ 6228757 h 6858002"/>
              <a:gd name="connsiteX110" fmla="*/ 4381497 w 4572002"/>
              <a:gd name="connsiteY110" fmla="*/ 6361540 h 6858002"/>
              <a:gd name="connsiteX111" fmla="*/ 4381497 w 4572002"/>
              <a:gd name="connsiteY111" fmla="*/ 6361539 h 6858002"/>
              <a:gd name="connsiteX112" fmla="*/ 4364160 w 4572002"/>
              <a:gd name="connsiteY112" fmla="*/ 6228756 h 6858002"/>
              <a:gd name="connsiteX113" fmla="*/ 4325488 w 4572002"/>
              <a:gd name="connsiteY113" fmla="*/ 6155602 h 6858002"/>
              <a:gd name="connsiteX114" fmla="*/ 4325486 w 4572002"/>
              <a:gd name="connsiteY114" fmla="*/ 6155600 h 6858002"/>
              <a:gd name="connsiteX115" fmla="*/ 4309890 w 4572002"/>
              <a:gd name="connsiteY115" fmla="*/ 6133315 h 6858002"/>
              <a:gd name="connsiteX116" fmla="*/ 4323583 w 4572002"/>
              <a:gd name="connsiteY116" fmla="*/ 6108739 h 6858002"/>
              <a:gd name="connsiteX117" fmla="*/ 4379782 w 4572002"/>
              <a:gd name="connsiteY117" fmla="*/ 6026441 h 6858002"/>
              <a:gd name="connsiteX118" fmla="*/ 4386259 w 4572002"/>
              <a:gd name="connsiteY118" fmla="*/ 5993292 h 6858002"/>
              <a:gd name="connsiteX119" fmla="*/ 4386259 w 4572002"/>
              <a:gd name="connsiteY119" fmla="*/ 5993290 h 6858002"/>
              <a:gd name="connsiteX120" fmla="*/ 4389712 w 4572002"/>
              <a:gd name="connsiteY120" fmla="*/ 5964477 h 6858002"/>
              <a:gd name="connsiteX121" fmla="*/ 4389878 w 4572002"/>
              <a:gd name="connsiteY121" fmla="*/ 5935950 h 6858002"/>
              <a:gd name="connsiteX122" fmla="*/ 4389878 w 4572002"/>
              <a:gd name="connsiteY122" fmla="*/ 5935949 h 6858002"/>
              <a:gd name="connsiteX123" fmla="*/ 4389877 w 4572002"/>
              <a:gd name="connsiteY123" fmla="*/ 5935946 h 6858002"/>
              <a:gd name="connsiteX124" fmla="*/ 4382997 w 4572002"/>
              <a:gd name="connsiteY124" fmla="*/ 5909351 h 6858002"/>
              <a:gd name="connsiteX125" fmla="*/ 4371974 w 4572002"/>
              <a:gd name="connsiteY125" fmla="*/ 5883757 h 6858002"/>
              <a:gd name="connsiteX126" fmla="*/ 4371973 w 4572002"/>
              <a:gd name="connsiteY126" fmla="*/ 5883751 h 6858002"/>
              <a:gd name="connsiteX127" fmla="*/ 4283578 w 4572002"/>
              <a:gd name="connsiteY127" fmla="*/ 5760873 h 6858002"/>
              <a:gd name="connsiteX128" fmla="*/ 4274812 w 4572002"/>
              <a:gd name="connsiteY128" fmla="*/ 5740488 h 6858002"/>
              <a:gd name="connsiteX129" fmla="*/ 4268907 w 4572002"/>
              <a:gd name="connsiteY129" fmla="*/ 5704483 h 6858002"/>
              <a:gd name="connsiteX130" fmla="*/ 4197659 w 4572002"/>
              <a:gd name="connsiteY130" fmla="*/ 5562746 h 6858002"/>
              <a:gd name="connsiteX131" fmla="*/ 4188085 w 4572002"/>
              <a:gd name="connsiteY131" fmla="*/ 5547578 h 6858002"/>
              <a:gd name="connsiteX132" fmla="*/ 4198231 w 4572002"/>
              <a:gd name="connsiteY132" fmla="*/ 5531694 h 6858002"/>
              <a:gd name="connsiteX133" fmla="*/ 4198232 w 4572002"/>
              <a:gd name="connsiteY133" fmla="*/ 5531692 h 6858002"/>
              <a:gd name="connsiteX134" fmla="*/ 4206630 w 4572002"/>
              <a:gd name="connsiteY134" fmla="*/ 5520422 h 6858002"/>
              <a:gd name="connsiteX135" fmla="*/ 4208850 w 4572002"/>
              <a:gd name="connsiteY135" fmla="*/ 5507668 h 6858002"/>
              <a:gd name="connsiteX136" fmla="*/ 4208850 w 4572002"/>
              <a:gd name="connsiteY136" fmla="*/ 5507667 h 6858002"/>
              <a:gd name="connsiteX137" fmla="*/ 4204327 w 4572002"/>
              <a:gd name="connsiteY137" fmla="*/ 5480637 h 6858002"/>
              <a:gd name="connsiteX138" fmla="*/ 4192704 w 4572002"/>
              <a:gd name="connsiteY138" fmla="*/ 5425582 h 6858002"/>
              <a:gd name="connsiteX139" fmla="*/ 4184513 w 4572002"/>
              <a:gd name="connsiteY139" fmla="*/ 5385384 h 6858002"/>
              <a:gd name="connsiteX140" fmla="*/ 4179637 w 4572002"/>
              <a:gd name="connsiteY140" fmla="*/ 5355014 h 6858002"/>
              <a:gd name="connsiteX141" fmla="*/ 4183557 w 4572002"/>
              <a:gd name="connsiteY141" fmla="*/ 5321350 h 6858002"/>
              <a:gd name="connsiteX142" fmla="*/ 4208517 w 4572002"/>
              <a:gd name="connsiteY142" fmla="*/ 5272797 h 6858002"/>
              <a:gd name="connsiteX143" fmla="*/ 4225669 w 4572002"/>
              <a:gd name="connsiteY143" fmla="*/ 5241089 h 6858002"/>
              <a:gd name="connsiteX144" fmla="*/ 4231973 w 4572002"/>
              <a:gd name="connsiteY144" fmla="*/ 5229433 h 6858002"/>
              <a:gd name="connsiteX145" fmla="*/ 4232139 w 4572002"/>
              <a:gd name="connsiteY145" fmla="*/ 5179068 h 6858002"/>
              <a:gd name="connsiteX146" fmla="*/ 4232139 w 4572002"/>
              <a:gd name="connsiteY146" fmla="*/ 5179067 h 6858002"/>
              <a:gd name="connsiteX147" fmla="*/ 4229593 w 4572002"/>
              <a:gd name="connsiteY147" fmla="*/ 5172090 h 6858002"/>
              <a:gd name="connsiteX148" fmla="*/ 4228901 w 4572002"/>
              <a:gd name="connsiteY148" fmla="*/ 5166114 h 6858002"/>
              <a:gd name="connsiteX149" fmla="*/ 4235616 w 4572002"/>
              <a:gd name="connsiteY149" fmla="*/ 5133225 h 6858002"/>
              <a:gd name="connsiteX150" fmla="*/ 4235616 w 4572002"/>
              <a:gd name="connsiteY150" fmla="*/ 5133224 h 6858002"/>
              <a:gd name="connsiteX151" fmla="*/ 4235615 w 4572002"/>
              <a:gd name="connsiteY151" fmla="*/ 5133220 h 6858002"/>
              <a:gd name="connsiteX152" fmla="*/ 4228473 w 4572002"/>
              <a:gd name="connsiteY152" fmla="*/ 5102461 h 6858002"/>
              <a:gd name="connsiteX153" fmla="*/ 4222587 w 4572002"/>
              <a:gd name="connsiteY153" fmla="*/ 5087441 h 6858002"/>
              <a:gd name="connsiteX154" fmla="*/ 4222582 w 4572002"/>
              <a:gd name="connsiteY154" fmla="*/ 5087423 h 6858002"/>
              <a:gd name="connsiteX155" fmla="*/ 4209468 w 4572002"/>
              <a:gd name="connsiteY155" fmla="*/ 5041521 h 6858002"/>
              <a:gd name="connsiteX156" fmla="*/ 4182989 w 4572002"/>
              <a:gd name="connsiteY156" fmla="*/ 4987037 h 6858002"/>
              <a:gd name="connsiteX157" fmla="*/ 4165707 w 4572002"/>
              <a:gd name="connsiteY157" fmla="*/ 4957454 h 6858002"/>
              <a:gd name="connsiteX158" fmla="*/ 4158155 w 4572002"/>
              <a:gd name="connsiteY158" fmla="*/ 4933805 h 6858002"/>
              <a:gd name="connsiteX159" fmla="*/ 4159557 w 4572002"/>
              <a:gd name="connsiteY159" fmla="*/ 4912169 h 6858002"/>
              <a:gd name="connsiteX160" fmla="*/ 4161262 w 4572002"/>
              <a:gd name="connsiteY160" fmla="*/ 4889276 h 6858002"/>
              <a:gd name="connsiteX161" fmla="*/ 4161262 w 4572002"/>
              <a:gd name="connsiteY161" fmla="*/ 4889275 h 6858002"/>
              <a:gd name="connsiteX162" fmla="*/ 4156484 w 4572002"/>
              <a:gd name="connsiteY162" fmla="*/ 4867614 h 6858002"/>
              <a:gd name="connsiteX163" fmla="*/ 4153733 w 4572002"/>
              <a:gd name="connsiteY163" fmla="*/ 4863343 h 6858002"/>
              <a:gd name="connsiteX164" fmla="*/ 4151983 w 4572002"/>
              <a:gd name="connsiteY164" fmla="*/ 4857317 h 6858002"/>
              <a:gd name="connsiteX165" fmla="*/ 4131552 w 4572002"/>
              <a:gd name="connsiteY165" fmla="*/ 4828916 h 6858002"/>
              <a:gd name="connsiteX166" fmla="*/ 4116716 w 4572002"/>
              <a:gd name="connsiteY166" fmla="*/ 4800483 h 6858002"/>
              <a:gd name="connsiteX167" fmla="*/ 4118025 w 4572002"/>
              <a:gd name="connsiteY167" fmla="*/ 4767765 h 6858002"/>
              <a:gd name="connsiteX168" fmla="*/ 4127932 w 4572002"/>
              <a:gd name="connsiteY168" fmla="*/ 4677656 h 6858002"/>
              <a:gd name="connsiteX169" fmla="*/ 4135934 w 4572002"/>
              <a:gd name="connsiteY169" fmla="*/ 4659175 h 6858002"/>
              <a:gd name="connsiteX170" fmla="*/ 4195944 w 4572002"/>
              <a:gd name="connsiteY170" fmla="*/ 4482005 h 6858002"/>
              <a:gd name="connsiteX171" fmla="*/ 4196706 w 4572002"/>
              <a:gd name="connsiteY171" fmla="*/ 4363891 h 6858002"/>
              <a:gd name="connsiteX172" fmla="*/ 4196706 w 4572002"/>
              <a:gd name="connsiteY172" fmla="*/ 4363890 h 6858002"/>
              <a:gd name="connsiteX173" fmla="*/ 4187752 w 4572002"/>
              <a:gd name="connsiteY173" fmla="*/ 4324645 h 6858002"/>
              <a:gd name="connsiteX174" fmla="*/ 4147936 w 4572002"/>
              <a:gd name="connsiteY174" fmla="*/ 4253014 h 6858002"/>
              <a:gd name="connsiteX175" fmla="*/ 4211111 w 4572002"/>
              <a:gd name="connsiteY175" fmla="*/ 2836172 h 6858002"/>
              <a:gd name="connsiteX176" fmla="*/ 4202421 w 4572002"/>
              <a:gd name="connsiteY176" fmla="*/ 2848793 h 6858002"/>
              <a:gd name="connsiteX177" fmla="*/ 4186816 w 4572002"/>
              <a:gd name="connsiteY177" fmla="*/ 2897785 h 6858002"/>
              <a:gd name="connsiteX178" fmla="*/ 4185787 w 4572002"/>
              <a:gd name="connsiteY178" fmla="*/ 2903551 h 6858002"/>
              <a:gd name="connsiteX179" fmla="*/ 4182513 w 4572002"/>
              <a:gd name="connsiteY179" fmla="*/ 2914328 h 6858002"/>
              <a:gd name="connsiteX180" fmla="*/ 4177882 w 4572002"/>
              <a:gd name="connsiteY180" fmla="*/ 2947858 h 6858002"/>
              <a:gd name="connsiteX181" fmla="*/ 4177881 w 4572002"/>
              <a:gd name="connsiteY181" fmla="*/ 2947862 h 6858002"/>
              <a:gd name="connsiteX182" fmla="*/ 4177881 w 4572002"/>
              <a:gd name="connsiteY182" fmla="*/ 2947863 h 6858002"/>
              <a:gd name="connsiteX183" fmla="*/ 4181465 w 4572002"/>
              <a:gd name="connsiteY183" fmla="*/ 2982149 h 6858002"/>
              <a:gd name="connsiteX184" fmla="*/ 4193158 w 4572002"/>
              <a:gd name="connsiteY184" fmla="*/ 3077402 h 6858002"/>
              <a:gd name="connsiteX185" fmla="*/ 4180703 w 4572002"/>
              <a:gd name="connsiteY185" fmla="*/ 3172654 h 6858002"/>
              <a:gd name="connsiteX186" fmla="*/ 4133076 w 4572002"/>
              <a:gd name="connsiteY186" fmla="*/ 3489467 h 6858002"/>
              <a:gd name="connsiteX187" fmla="*/ 4110977 w 4572002"/>
              <a:gd name="connsiteY187" fmla="*/ 3544713 h 6858002"/>
              <a:gd name="connsiteX188" fmla="*/ 4093355 w 4572002"/>
              <a:gd name="connsiteY188" fmla="*/ 3574408 h 6858002"/>
              <a:gd name="connsiteX189" fmla="*/ 4093355 w 4572002"/>
              <a:gd name="connsiteY189" fmla="*/ 3574409 h 6858002"/>
              <a:gd name="connsiteX190" fmla="*/ 4105453 w 4572002"/>
              <a:gd name="connsiteY190" fmla="*/ 3606818 h 6858002"/>
              <a:gd name="connsiteX191" fmla="*/ 4118979 w 4572002"/>
              <a:gd name="connsiteY191" fmla="*/ 3630633 h 6858002"/>
              <a:gd name="connsiteX192" fmla="*/ 4136708 w 4572002"/>
              <a:gd name="connsiteY192" fmla="*/ 3654416 h 6858002"/>
              <a:gd name="connsiteX193" fmla="*/ 4140382 w 4572002"/>
              <a:gd name="connsiteY193" fmla="*/ 3668940 h 6858002"/>
              <a:gd name="connsiteX194" fmla="*/ 4143220 w 4572002"/>
              <a:gd name="connsiteY194" fmla="*/ 3680164 h 6858002"/>
              <a:gd name="connsiteX195" fmla="*/ 4139172 w 4572002"/>
              <a:gd name="connsiteY195" fmla="*/ 3734837 h 6858002"/>
              <a:gd name="connsiteX196" fmla="*/ 4139172 w 4572002"/>
              <a:gd name="connsiteY196" fmla="*/ 3734838 h 6858002"/>
              <a:gd name="connsiteX197" fmla="*/ 4139554 w 4572002"/>
              <a:gd name="connsiteY197" fmla="*/ 3754653 h 6858002"/>
              <a:gd name="connsiteX198" fmla="*/ 4145911 w 4572002"/>
              <a:gd name="connsiteY198" fmla="*/ 3789776 h 6858002"/>
              <a:gd name="connsiteX199" fmla="*/ 4130980 w 4572002"/>
              <a:gd name="connsiteY199" fmla="*/ 3822472 h 6858002"/>
              <a:gd name="connsiteX200" fmla="*/ 4116645 w 4572002"/>
              <a:gd name="connsiteY200" fmla="*/ 3852619 h 6858002"/>
              <a:gd name="connsiteX201" fmla="*/ 4116645 w 4572002"/>
              <a:gd name="connsiteY201" fmla="*/ 3852620 h 6858002"/>
              <a:gd name="connsiteX202" fmla="*/ 4117425 w 4572002"/>
              <a:gd name="connsiteY202" fmla="*/ 3868764 h 6858002"/>
              <a:gd name="connsiteX203" fmla="*/ 4126028 w 4572002"/>
              <a:gd name="connsiteY203" fmla="*/ 3885337 h 6858002"/>
              <a:gd name="connsiteX204" fmla="*/ 4126028 w 4572002"/>
              <a:gd name="connsiteY204" fmla="*/ 3885339 h 6858002"/>
              <a:gd name="connsiteX205" fmla="*/ 4148409 w 4572002"/>
              <a:gd name="connsiteY205" fmla="*/ 3923125 h 6858002"/>
              <a:gd name="connsiteX206" fmla="*/ 4157913 w 4572002"/>
              <a:gd name="connsiteY206" fmla="*/ 3962160 h 6858002"/>
              <a:gd name="connsiteX207" fmla="*/ 4142221 w 4572002"/>
              <a:gd name="connsiteY207" fmla="*/ 4043838 h 6858002"/>
              <a:gd name="connsiteX208" fmla="*/ 4142220 w 4572002"/>
              <a:gd name="connsiteY208" fmla="*/ 4043839 h 6858002"/>
              <a:gd name="connsiteX209" fmla="*/ 4127099 w 4572002"/>
              <a:gd name="connsiteY209" fmla="*/ 4103825 h 6858002"/>
              <a:gd name="connsiteX210" fmla="*/ 4127099 w 4572002"/>
              <a:gd name="connsiteY210" fmla="*/ 4103826 h 6858002"/>
              <a:gd name="connsiteX211" fmla="*/ 4129066 w 4572002"/>
              <a:gd name="connsiteY211" fmla="*/ 4134256 h 6858002"/>
              <a:gd name="connsiteX212" fmla="*/ 4138410 w 4572002"/>
              <a:gd name="connsiteY212" fmla="*/ 4165382 h 6858002"/>
              <a:gd name="connsiteX213" fmla="*/ 4138410 w 4572002"/>
              <a:gd name="connsiteY213" fmla="*/ 4165384 h 6858002"/>
              <a:gd name="connsiteX214" fmla="*/ 4142315 w 4572002"/>
              <a:gd name="connsiteY214" fmla="*/ 4192388 h 6858002"/>
              <a:gd name="connsiteX215" fmla="*/ 4142315 w 4572002"/>
              <a:gd name="connsiteY215" fmla="*/ 4192387 h 6858002"/>
              <a:gd name="connsiteX216" fmla="*/ 4138410 w 4572002"/>
              <a:gd name="connsiteY216" fmla="*/ 4165383 h 6858002"/>
              <a:gd name="connsiteX217" fmla="*/ 4138410 w 4572002"/>
              <a:gd name="connsiteY217" fmla="*/ 4165382 h 6858002"/>
              <a:gd name="connsiteX218" fmla="*/ 4127099 w 4572002"/>
              <a:gd name="connsiteY218" fmla="*/ 4103826 h 6858002"/>
              <a:gd name="connsiteX219" fmla="*/ 4142220 w 4572002"/>
              <a:gd name="connsiteY219" fmla="*/ 4043840 h 6858002"/>
              <a:gd name="connsiteX220" fmla="*/ 4142221 w 4572002"/>
              <a:gd name="connsiteY220" fmla="*/ 4043838 h 6858002"/>
              <a:gd name="connsiteX221" fmla="*/ 4155523 w 4572002"/>
              <a:gd name="connsiteY221" fmla="*/ 4002410 h 6858002"/>
              <a:gd name="connsiteX222" fmla="*/ 4157913 w 4572002"/>
              <a:gd name="connsiteY222" fmla="*/ 3962160 h 6858002"/>
              <a:gd name="connsiteX223" fmla="*/ 4157913 w 4572002"/>
              <a:gd name="connsiteY223" fmla="*/ 3962159 h 6858002"/>
              <a:gd name="connsiteX224" fmla="*/ 4126028 w 4572002"/>
              <a:gd name="connsiteY224" fmla="*/ 3885338 h 6858002"/>
              <a:gd name="connsiteX225" fmla="*/ 4126028 w 4572002"/>
              <a:gd name="connsiteY225" fmla="*/ 3885337 h 6858002"/>
              <a:gd name="connsiteX226" fmla="*/ 4116645 w 4572002"/>
              <a:gd name="connsiteY226" fmla="*/ 3852620 h 6858002"/>
              <a:gd name="connsiteX227" fmla="*/ 4130980 w 4572002"/>
              <a:gd name="connsiteY227" fmla="*/ 3822473 h 6858002"/>
              <a:gd name="connsiteX228" fmla="*/ 4145911 w 4572002"/>
              <a:gd name="connsiteY228" fmla="*/ 3789777 h 6858002"/>
              <a:gd name="connsiteX229" fmla="*/ 4145911 w 4572002"/>
              <a:gd name="connsiteY229" fmla="*/ 3789776 h 6858002"/>
              <a:gd name="connsiteX230" fmla="*/ 4139554 w 4572002"/>
              <a:gd name="connsiteY230" fmla="*/ 3754652 h 6858002"/>
              <a:gd name="connsiteX231" fmla="*/ 4139172 w 4572002"/>
              <a:gd name="connsiteY231" fmla="*/ 3734838 h 6858002"/>
              <a:gd name="connsiteX232" fmla="*/ 4143220 w 4572002"/>
              <a:gd name="connsiteY232" fmla="*/ 3680164 h 6858002"/>
              <a:gd name="connsiteX233" fmla="*/ 4143220 w 4572002"/>
              <a:gd name="connsiteY233" fmla="*/ 3680163 h 6858002"/>
              <a:gd name="connsiteX234" fmla="*/ 4140382 w 4572002"/>
              <a:gd name="connsiteY234" fmla="*/ 3668940 h 6858002"/>
              <a:gd name="connsiteX235" fmla="*/ 4136708 w 4572002"/>
              <a:gd name="connsiteY235" fmla="*/ 3654416 h 6858002"/>
              <a:gd name="connsiteX236" fmla="*/ 4136708 w 4572002"/>
              <a:gd name="connsiteY236" fmla="*/ 3654416 h 6858002"/>
              <a:gd name="connsiteX237" fmla="*/ 4136708 w 4572002"/>
              <a:gd name="connsiteY237" fmla="*/ 3654415 h 6858002"/>
              <a:gd name="connsiteX238" fmla="*/ 4118979 w 4572002"/>
              <a:gd name="connsiteY238" fmla="*/ 3630632 h 6858002"/>
              <a:gd name="connsiteX239" fmla="*/ 4105453 w 4572002"/>
              <a:gd name="connsiteY239" fmla="*/ 3606817 h 6858002"/>
              <a:gd name="connsiteX240" fmla="*/ 4095707 w 4572002"/>
              <a:gd name="connsiteY240" fmla="*/ 3587174 h 6858002"/>
              <a:gd name="connsiteX241" fmla="*/ 4093355 w 4572002"/>
              <a:gd name="connsiteY241" fmla="*/ 3574408 h 6858002"/>
              <a:gd name="connsiteX242" fmla="*/ 4098434 w 4572002"/>
              <a:gd name="connsiteY242" fmla="*/ 3562321 h 6858002"/>
              <a:gd name="connsiteX243" fmla="*/ 4110977 w 4572002"/>
              <a:gd name="connsiteY243" fmla="*/ 3544714 h 6858002"/>
              <a:gd name="connsiteX244" fmla="*/ 4133076 w 4572002"/>
              <a:gd name="connsiteY244" fmla="*/ 3489468 h 6858002"/>
              <a:gd name="connsiteX245" fmla="*/ 4180703 w 4572002"/>
              <a:gd name="connsiteY245" fmla="*/ 3172655 h 6858002"/>
              <a:gd name="connsiteX246" fmla="*/ 4193158 w 4572002"/>
              <a:gd name="connsiteY246" fmla="*/ 3077402 h 6858002"/>
              <a:gd name="connsiteX247" fmla="*/ 4193158 w 4572002"/>
              <a:gd name="connsiteY247" fmla="*/ 3077401 h 6858002"/>
              <a:gd name="connsiteX248" fmla="*/ 4181465 w 4572002"/>
              <a:gd name="connsiteY248" fmla="*/ 2982148 h 6858002"/>
              <a:gd name="connsiteX249" fmla="*/ 4177881 w 4572002"/>
              <a:gd name="connsiteY249" fmla="*/ 2947863 h 6858002"/>
              <a:gd name="connsiteX250" fmla="*/ 4177882 w 4572002"/>
              <a:gd name="connsiteY250" fmla="*/ 2947858 h 6858002"/>
              <a:gd name="connsiteX251" fmla="*/ 4185787 w 4572002"/>
              <a:gd name="connsiteY251" fmla="*/ 2903551 h 6858002"/>
              <a:gd name="connsiteX252" fmla="*/ 4202421 w 4572002"/>
              <a:gd name="connsiteY252" fmla="*/ 2848794 h 6858002"/>
              <a:gd name="connsiteX253" fmla="*/ 4211111 w 4572002"/>
              <a:gd name="connsiteY253" fmla="*/ 2836173 h 6858002"/>
              <a:gd name="connsiteX254" fmla="*/ 3726625 w 4572002"/>
              <a:gd name="connsiteY254" fmla="*/ 1508458 h 6858002"/>
              <a:gd name="connsiteX255" fmla="*/ 3698531 w 4572002"/>
              <a:gd name="connsiteY255" fmla="*/ 1596214 h 6858002"/>
              <a:gd name="connsiteX256" fmla="*/ 3700436 w 4572002"/>
              <a:gd name="connsiteY256" fmla="*/ 1624981 h 6858002"/>
              <a:gd name="connsiteX257" fmla="*/ 3757017 w 4572002"/>
              <a:gd name="connsiteY257" fmla="*/ 1697754 h 6858002"/>
              <a:gd name="connsiteX258" fmla="*/ 3779686 w 4572002"/>
              <a:gd name="connsiteY258" fmla="*/ 1733189 h 6858002"/>
              <a:gd name="connsiteX259" fmla="*/ 3821407 w 4572002"/>
              <a:gd name="connsiteY259" fmla="*/ 1833776 h 6858002"/>
              <a:gd name="connsiteX260" fmla="*/ 3829028 w 4572002"/>
              <a:gd name="connsiteY260" fmla="*/ 1842159 h 6858002"/>
              <a:gd name="connsiteX261" fmla="*/ 3919519 w 4572002"/>
              <a:gd name="connsiteY261" fmla="*/ 1916455 h 6858002"/>
              <a:gd name="connsiteX262" fmla="*/ 3934949 w 4572002"/>
              <a:gd name="connsiteY262" fmla="*/ 1933220 h 6858002"/>
              <a:gd name="connsiteX263" fmla="*/ 3958954 w 4572002"/>
              <a:gd name="connsiteY263" fmla="*/ 1953414 h 6858002"/>
              <a:gd name="connsiteX264" fmla="*/ 4005437 w 4572002"/>
              <a:gd name="connsiteY264" fmla="*/ 2016470 h 6858002"/>
              <a:gd name="connsiteX265" fmla="*/ 4020296 w 4572002"/>
              <a:gd name="connsiteY265" fmla="*/ 2094579 h 6858002"/>
              <a:gd name="connsiteX266" fmla="*/ 4042967 w 4572002"/>
              <a:gd name="connsiteY266" fmla="*/ 2188880 h 6858002"/>
              <a:gd name="connsiteX267" fmla="*/ 4058207 w 4572002"/>
              <a:gd name="connsiteY267" fmla="*/ 2228315 h 6858002"/>
              <a:gd name="connsiteX268" fmla="*/ 4087164 w 4572002"/>
              <a:gd name="connsiteY268" fmla="*/ 2334045 h 6858002"/>
              <a:gd name="connsiteX269" fmla="*/ 4111549 w 4572002"/>
              <a:gd name="connsiteY269" fmla="*/ 2409486 h 6858002"/>
              <a:gd name="connsiteX270" fmla="*/ 4128650 w 4572002"/>
              <a:gd name="connsiteY270" fmla="*/ 2435913 h 6858002"/>
              <a:gd name="connsiteX271" fmla="*/ 4134481 w 4572002"/>
              <a:gd name="connsiteY271" fmla="*/ 2463018 h 6858002"/>
              <a:gd name="connsiteX272" fmla="*/ 4125839 w 4572002"/>
              <a:gd name="connsiteY272" fmla="*/ 2518262 h 6858002"/>
              <a:gd name="connsiteX273" fmla="*/ 4125838 w 4572002"/>
              <a:gd name="connsiteY273" fmla="*/ 2518264 h 6858002"/>
              <a:gd name="connsiteX274" fmla="*/ 4122194 w 4572002"/>
              <a:gd name="connsiteY274" fmla="*/ 2545006 h 6858002"/>
              <a:gd name="connsiteX275" fmla="*/ 4122194 w 4572002"/>
              <a:gd name="connsiteY275" fmla="*/ 2545007 h 6858002"/>
              <a:gd name="connsiteX276" fmla="*/ 4126408 w 4572002"/>
              <a:gd name="connsiteY276" fmla="*/ 2571035 h 6858002"/>
              <a:gd name="connsiteX277" fmla="*/ 4199563 w 4572002"/>
              <a:gd name="connsiteY277" fmla="*/ 2668002 h 6858002"/>
              <a:gd name="connsiteX278" fmla="*/ 4247953 w 4572002"/>
              <a:gd name="connsiteY278" fmla="*/ 2745349 h 6858002"/>
              <a:gd name="connsiteX279" fmla="*/ 4247954 w 4572002"/>
              <a:gd name="connsiteY279" fmla="*/ 2745352 h 6858002"/>
              <a:gd name="connsiteX280" fmla="*/ 4253873 w 4572002"/>
              <a:gd name="connsiteY280" fmla="*/ 2778006 h 6858002"/>
              <a:gd name="connsiteX281" fmla="*/ 4253453 w 4572002"/>
              <a:gd name="connsiteY281" fmla="*/ 2785440 h 6858002"/>
              <a:gd name="connsiteX282" fmla="*/ 4243374 w 4572002"/>
              <a:gd name="connsiteY282" fmla="*/ 2811780 h 6858002"/>
              <a:gd name="connsiteX283" fmla="*/ 4243371 w 4572002"/>
              <a:gd name="connsiteY283" fmla="*/ 2811787 h 6858002"/>
              <a:gd name="connsiteX284" fmla="*/ 4243372 w 4572002"/>
              <a:gd name="connsiteY284" fmla="*/ 2811787 h 6858002"/>
              <a:gd name="connsiteX285" fmla="*/ 4243374 w 4572002"/>
              <a:gd name="connsiteY285" fmla="*/ 2811780 h 6858002"/>
              <a:gd name="connsiteX286" fmla="*/ 4253025 w 4572002"/>
              <a:gd name="connsiteY286" fmla="*/ 2793023 h 6858002"/>
              <a:gd name="connsiteX287" fmla="*/ 4253453 w 4572002"/>
              <a:gd name="connsiteY287" fmla="*/ 2785440 h 6858002"/>
              <a:gd name="connsiteX288" fmla="*/ 4254654 w 4572002"/>
              <a:gd name="connsiteY288" fmla="*/ 2782305 h 6858002"/>
              <a:gd name="connsiteX289" fmla="*/ 4253873 w 4572002"/>
              <a:gd name="connsiteY289" fmla="*/ 2778006 h 6858002"/>
              <a:gd name="connsiteX290" fmla="*/ 4254284 w 4572002"/>
              <a:gd name="connsiteY290" fmla="*/ 2770758 h 6858002"/>
              <a:gd name="connsiteX291" fmla="*/ 4247954 w 4572002"/>
              <a:gd name="connsiteY291" fmla="*/ 2745352 h 6858002"/>
              <a:gd name="connsiteX292" fmla="*/ 4247953 w 4572002"/>
              <a:gd name="connsiteY292" fmla="*/ 2745348 h 6858002"/>
              <a:gd name="connsiteX293" fmla="*/ 4199563 w 4572002"/>
              <a:gd name="connsiteY293" fmla="*/ 2668001 h 6858002"/>
              <a:gd name="connsiteX294" fmla="*/ 4126408 w 4572002"/>
              <a:gd name="connsiteY294" fmla="*/ 2571034 h 6858002"/>
              <a:gd name="connsiteX295" fmla="*/ 4122194 w 4572002"/>
              <a:gd name="connsiteY295" fmla="*/ 2545007 h 6858002"/>
              <a:gd name="connsiteX296" fmla="*/ 4125838 w 4572002"/>
              <a:gd name="connsiteY296" fmla="*/ 2518265 h 6858002"/>
              <a:gd name="connsiteX297" fmla="*/ 4125839 w 4572002"/>
              <a:gd name="connsiteY297" fmla="*/ 2518262 h 6858002"/>
              <a:gd name="connsiteX298" fmla="*/ 4132419 w 4572002"/>
              <a:gd name="connsiteY298" fmla="*/ 2490551 h 6858002"/>
              <a:gd name="connsiteX299" fmla="*/ 4134481 w 4572002"/>
              <a:gd name="connsiteY299" fmla="*/ 2463018 h 6858002"/>
              <a:gd name="connsiteX300" fmla="*/ 4134481 w 4572002"/>
              <a:gd name="connsiteY300" fmla="*/ 2463017 h 6858002"/>
              <a:gd name="connsiteX301" fmla="*/ 4111549 w 4572002"/>
              <a:gd name="connsiteY301" fmla="*/ 2409485 h 6858002"/>
              <a:gd name="connsiteX302" fmla="*/ 4087164 w 4572002"/>
              <a:gd name="connsiteY302" fmla="*/ 2334044 h 6858002"/>
              <a:gd name="connsiteX303" fmla="*/ 4058207 w 4572002"/>
              <a:gd name="connsiteY303" fmla="*/ 2228314 h 6858002"/>
              <a:gd name="connsiteX304" fmla="*/ 4042967 w 4572002"/>
              <a:gd name="connsiteY304" fmla="*/ 2188879 h 6858002"/>
              <a:gd name="connsiteX305" fmla="*/ 4020296 w 4572002"/>
              <a:gd name="connsiteY305" fmla="*/ 2094578 h 6858002"/>
              <a:gd name="connsiteX306" fmla="*/ 4005437 w 4572002"/>
              <a:gd name="connsiteY306" fmla="*/ 2016469 h 6858002"/>
              <a:gd name="connsiteX307" fmla="*/ 3958954 w 4572002"/>
              <a:gd name="connsiteY307" fmla="*/ 1953413 h 6858002"/>
              <a:gd name="connsiteX308" fmla="*/ 3934949 w 4572002"/>
              <a:gd name="connsiteY308" fmla="*/ 1933219 h 6858002"/>
              <a:gd name="connsiteX309" fmla="*/ 3919519 w 4572002"/>
              <a:gd name="connsiteY309" fmla="*/ 1916454 h 6858002"/>
              <a:gd name="connsiteX310" fmla="*/ 3829028 w 4572002"/>
              <a:gd name="connsiteY310" fmla="*/ 1842158 h 6858002"/>
              <a:gd name="connsiteX311" fmla="*/ 3821407 w 4572002"/>
              <a:gd name="connsiteY311" fmla="*/ 1833775 h 6858002"/>
              <a:gd name="connsiteX312" fmla="*/ 3779686 w 4572002"/>
              <a:gd name="connsiteY312" fmla="*/ 1733188 h 6858002"/>
              <a:gd name="connsiteX313" fmla="*/ 3757018 w 4572002"/>
              <a:gd name="connsiteY313" fmla="*/ 1697753 h 6858002"/>
              <a:gd name="connsiteX314" fmla="*/ 3700436 w 4572002"/>
              <a:gd name="connsiteY314" fmla="*/ 1624980 h 6858002"/>
              <a:gd name="connsiteX315" fmla="*/ 3698532 w 4572002"/>
              <a:gd name="connsiteY315" fmla="*/ 1596213 h 6858002"/>
              <a:gd name="connsiteX316" fmla="*/ 3745230 w 4572002"/>
              <a:gd name="connsiteY316" fmla="*/ 1459073 h 6858002"/>
              <a:gd name="connsiteX317" fmla="*/ 3745229 w 4572002"/>
              <a:gd name="connsiteY317" fmla="*/ 1459074 h 6858002"/>
              <a:gd name="connsiteX318" fmla="*/ 3736012 w 4572002"/>
              <a:gd name="connsiteY318" fmla="*/ 1481572 h 6858002"/>
              <a:gd name="connsiteX319" fmla="*/ 3764423 w 4572002"/>
              <a:gd name="connsiteY319" fmla="*/ 1268758 h 6858002"/>
              <a:gd name="connsiteX320" fmla="*/ 3769590 w 4572002"/>
              <a:gd name="connsiteY320" fmla="*/ 1286070 h 6858002"/>
              <a:gd name="connsiteX321" fmla="*/ 3791927 w 4572002"/>
              <a:gd name="connsiteY321" fmla="*/ 1350628 h 6858002"/>
              <a:gd name="connsiteX322" fmla="*/ 3786333 w 4572002"/>
              <a:gd name="connsiteY322" fmla="*/ 1413840 h 6858002"/>
              <a:gd name="connsiteX323" fmla="*/ 3791928 w 4572002"/>
              <a:gd name="connsiteY323" fmla="*/ 1350627 h 6858002"/>
              <a:gd name="connsiteX324" fmla="*/ 3769590 w 4572002"/>
              <a:gd name="connsiteY324" fmla="*/ 1286069 h 6858002"/>
              <a:gd name="connsiteX325" fmla="*/ 3706152 w 4572002"/>
              <a:gd name="connsiteY325" fmla="*/ 773035 h 6858002"/>
              <a:gd name="connsiteX326" fmla="*/ 3706152 w 4572002"/>
              <a:gd name="connsiteY326" fmla="*/ 773036 h 6858002"/>
              <a:gd name="connsiteX327" fmla="*/ 3714152 w 4572002"/>
              <a:gd name="connsiteY327" fmla="*/ 854380 h 6858002"/>
              <a:gd name="connsiteX328" fmla="*/ 3745205 w 4572002"/>
              <a:gd name="connsiteY328" fmla="*/ 915344 h 6858002"/>
              <a:gd name="connsiteX329" fmla="*/ 3755683 w 4572002"/>
              <a:gd name="connsiteY329" fmla="*/ 927156 h 6858002"/>
              <a:gd name="connsiteX330" fmla="*/ 3752063 w 4572002"/>
              <a:gd name="connsiteY330" fmla="*/ 1097088 h 6858002"/>
              <a:gd name="connsiteX331" fmla="*/ 3747681 w 4572002"/>
              <a:gd name="connsiteY331" fmla="*/ 1123186 h 6858002"/>
              <a:gd name="connsiteX332" fmla="*/ 3772400 w 4572002"/>
              <a:gd name="connsiteY332" fmla="*/ 1184029 h 6858002"/>
              <a:gd name="connsiteX333" fmla="*/ 3747682 w 4572002"/>
              <a:gd name="connsiteY333" fmla="*/ 1123185 h 6858002"/>
              <a:gd name="connsiteX334" fmla="*/ 3752064 w 4572002"/>
              <a:gd name="connsiteY334" fmla="*/ 1097087 h 6858002"/>
              <a:gd name="connsiteX335" fmla="*/ 3755684 w 4572002"/>
              <a:gd name="connsiteY335" fmla="*/ 927155 h 6858002"/>
              <a:gd name="connsiteX336" fmla="*/ 3745206 w 4572002"/>
              <a:gd name="connsiteY336" fmla="*/ 915343 h 6858002"/>
              <a:gd name="connsiteX337" fmla="*/ 3714152 w 4572002"/>
              <a:gd name="connsiteY337" fmla="*/ 854379 h 6858002"/>
              <a:gd name="connsiteX338" fmla="*/ 3761553 w 4572002"/>
              <a:gd name="connsiteY338" fmla="*/ 517851 h 6858002"/>
              <a:gd name="connsiteX339" fmla="*/ 3752635 w 4572002"/>
              <a:gd name="connsiteY339" fmla="*/ 556048 h 6858002"/>
              <a:gd name="connsiteX340" fmla="*/ 3746157 w 4572002"/>
              <a:gd name="connsiteY340" fmla="*/ 580051 h 6858002"/>
              <a:gd name="connsiteX341" fmla="*/ 3742776 w 4572002"/>
              <a:gd name="connsiteY341" fmla="*/ 642538 h 6858002"/>
              <a:gd name="connsiteX342" fmla="*/ 3730253 w 4572002"/>
              <a:gd name="connsiteY342" fmla="*/ 694928 h 6858002"/>
              <a:gd name="connsiteX343" fmla="*/ 3742777 w 4572002"/>
              <a:gd name="connsiteY343" fmla="*/ 642537 h 6858002"/>
              <a:gd name="connsiteX344" fmla="*/ 3746158 w 4572002"/>
              <a:gd name="connsiteY344" fmla="*/ 580050 h 6858002"/>
              <a:gd name="connsiteX345" fmla="*/ 3752636 w 4572002"/>
              <a:gd name="connsiteY345" fmla="*/ 556047 h 6858002"/>
              <a:gd name="connsiteX346" fmla="*/ 3774848 w 4572002"/>
              <a:gd name="connsiteY346" fmla="*/ 298169 h 6858002"/>
              <a:gd name="connsiteX347" fmla="*/ 3760065 w 4572002"/>
              <a:gd name="connsiteY347" fmla="*/ 313534 h 6858002"/>
              <a:gd name="connsiteX348" fmla="*/ 3759493 w 4572002"/>
              <a:gd name="connsiteY348" fmla="*/ 338871 h 6858002"/>
              <a:gd name="connsiteX349" fmla="*/ 3759500 w 4572002"/>
              <a:gd name="connsiteY349" fmla="*/ 338900 h 6858002"/>
              <a:gd name="connsiteX350" fmla="*/ 3769400 w 4572002"/>
              <a:gd name="connsiteY350" fmla="*/ 395640 h 6858002"/>
              <a:gd name="connsiteX351" fmla="*/ 3765590 w 4572002"/>
              <a:gd name="connsiteY351" fmla="*/ 367328 h 6858002"/>
              <a:gd name="connsiteX352" fmla="*/ 3759500 w 4572002"/>
              <a:gd name="connsiteY352" fmla="*/ 338900 h 6858002"/>
              <a:gd name="connsiteX353" fmla="*/ 3759494 w 4572002"/>
              <a:gd name="connsiteY353" fmla="*/ 338870 h 6858002"/>
              <a:gd name="connsiteX354" fmla="*/ 3760066 w 4572002"/>
              <a:gd name="connsiteY354" fmla="*/ 313533 h 6858002"/>
              <a:gd name="connsiteX355" fmla="*/ 3782393 w 4572002"/>
              <a:gd name="connsiteY355" fmla="*/ 281568 h 6858002"/>
              <a:gd name="connsiteX356" fmla="*/ 3777498 w 4572002"/>
              <a:gd name="connsiteY356" fmla="*/ 295415 h 6858002"/>
              <a:gd name="connsiteX357" fmla="*/ 3777499 w 4572002"/>
              <a:gd name="connsiteY357" fmla="*/ 295415 h 6858002"/>
              <a:gd name="connsiteX358" fmla="*/ 3769073 w 4572002"/>
              <a:gd name="connsiteY358" fmla="*/ 24486 h 6858002"/>
              <a:gd name="connsiteX359" fmla="*/ 3766810 w 4572002"/>
              <a:gd name="connsiteY359" fmla="*/ 74129 h 6858002"/>
              <a:gd name="connsiteX360" fmla="*/ 3772734 w 4572002"/>
              <a:gd name="connsiteY360" fmla="*/ 125861 h 6858002"/>
              <a:gd name="connsiteX361" fmla="*/ 3777129 w 4572002"/>
              <a:gd name="connsiteY361" fmla="*/ 153387 h 6858002"/>
              <a:gd name="connsiteX362" fmla="*/ 3785402 w 4572002"/>
              <a:gd name="connsiteY362" fmla="*/ 228944 h 6858002"/>
              <a:gd name="connsiteX363" fmla="*/ 3780943 w 4572002"/>
              <a:gd name="connsiteY363" fmla="*/ 177271 h 6858002"/>
              <a:gd name="connsiteX364" fmla="*/ 3777129 w 4572002"/>
              <a:gd name="connsiteY364" fmla="*/ 153387 h 6858002"/>
              <a:gd name="connsiteX365" fmla="*/ 3776930 w 4572002"/>
              <a:gd name="connsiteY365" fmla="*/ 151569 h 6858002"/>
              <a:gd name="connsiteX366" fmla="*/ 3766811 w 4572002"/>
              <a:gd name="connsiteY366" fmla="*/ 74129 h 6858002"/>
              <a:gd name="connsiteX367" fmla="*/ 3766492 w 4572002"/>
              <a:gd name="connsiteY367" fmla="*/ 0 h 6858002"/>
              <a:gd name="connsiteX368" fmla="*/ 4230600 w 4572002"/>
              <a:gd name="connsiteY368" fmla="*/ 0 h 6858002"/>
              <a:gd name="connsiteX369" fmla="*/ 4229473 w 4572002"/>
              <a:gd name="connsiteY369" fmla="*/ 2817 h 6858002"/>
              <a:gd name="connsiteX370" fmla="*/ 4215375 w 4572002"/>
              <a:gd name="connsiteY370" fmla="*/ 63587 h 6858002"/>
              <a:gd name="connsiteX371" fmla="*/ 4201468 w 4572002"/>
              <a:gd name="connsiteY371" fmla="*/ 176939 h 6858002"/>
              <a:gd name="connsiteX372" fmla="*/ 4193466 w 4572002"/>
              <a:gd name="connsiteY372" fmla="*/ 200182 h 6858002"/>
              <a:gd name="connsiteX373" fmla="*/ 4155554 w 4572002"/>
              <a:gd name="connsiteY373" fmla="*/ 340774 h 6858002"/>
              <a:gd name="connsiteX374" fmla="*/ 4156319 w 4572002"/>
              <a:gd name="connsiteY374" fmla="*/ 453364 h 6858002"/>
              <a:gd name="connsiteX375" fmla="*/ 4158033 w 4572002"/>
              <a:gd name="connsiteY375" fmla="*/ 462126 h 6858002"/>
              <a:gd name="connsiteX376" fmla="*/ 4170605 w 4572002"/>
              <a:gd name="connsiteY376" fmla="*/ 505182 h 6858002"/>
              <a:gd name="connsiteX377" fmla="*/ 4167177 w 4572002"/>
              <a:gd name="connsiteY377" fmla="*/ 571860 h 6858002"/>
              <a:gd name="connsiteX378" fmla="*/ 4149840 w 4572002"/>
              <a:gd name="connsiteY378" fmla="*/ 617772 h 6858002"/>
              <a:gd name="connsiteX379" fmla="*/ 4149078 w 4572002"/>
              <a:gd name="connsiteY379" fmla="*/ 674923 h 6858002"/>
              <a:gd name="connsiteX380" fmla="*/ 4159937 w 4572002"/>
              <a:gd name="connsiteY380" fmla="*/ 740268 h 6858002"/>
              <a:gd name="connsiteX381" fmla="*/ 4162223 w 4572002"/>
              <a:gd name="connsiteY381" fmla="*/ 769605 h 6858002"/>
              <a:gd name="connsiteX382" fmla="*/ 4184703 w 4572002"/>
              <a:gd name="connsiteY382" fmla="*/ 850189 h 6858002"/>
              <a:gd name="connsiteX383" fmla="*/ 4179179 w 4572002"/>
              <a:gd name="connsiteY383" fmla="*/ 898198 h 6858002"/>
              <a:gd name="connsiteX384" fmla="*/ 4164319 w 4572002"/>
              <a:gd name="connsiteY384" fmla="*/ 945444 h 6858002"/>
              <a:gd name="connsiteX385" fmla="*/ 4150030 w 4572002"/>
              <a:gd name="connsiteY385" fmla="*/ 975733 h 6858002"/>
              <a:gd name="connsiteX386" fmla="*/ 4139934 w 4572002"/>
              <a:gd name="connsiteY386" fmla="*/ 1036887 h 6858002"/>
              <a:gd name="connsiteX387" fmla="*/ 4141458 w 4572002"/>
              <a:gd name="connsiteY387" fmla="*/ 1048125 h 6858002"/>
              <a:gd name="connsiteX388" fmla="*/ 4154032 w 4572002"/>
              <a:gd name="connsiteY388" fmla="*/ 1230633 h 6858002"/>
              <a:gd name="connsiteX389" fmla="*/ 4174225 w 4572002"/>
              <a:gd name="connsiteY389" fmla="*/ 1303024 h 6858002"/>
              <a:gd name="connsiteX390" fmla="*/ 4176701 w 4572002"/>
              <a:gd name="connsiteY390" fmla="*/ 1318456 h 6858002"/>
              <a:gd name="connsiteX391" fmla="*/ 4199372 w 4572002"/>
              <a:gd name="connsiteY391" fmla="*/ 1472575 h 6858002"/>
              <a:gd name="connsiteX392" fmla="*/ 4200325 w 4572002"/>
              <a:gd name="connsiteY392" fmla="*/ 1489720 h 6858002"/>
              <a:gd name="connsiteX393" fmla="*/ 4196324 w 4572002"/>
              <a:gd name="connsiteY393" fmla="*/ 1537537 h 6858002"/>
              <a:gd name="connsiteX394" fmla="*/ 4237474 w 4572002"/>
              <a:gd name="connsiteY394" fmla="*/ 1650317 h 6858002"/>
              <a:gd name="connsiteX395" fmla="*/ 4251572 w 4572002"/>
              <a:gd name="connsiteY395" fmla="*/ 1763287 h 6858002"/>
              <a:gd name="connsiteX396" fmla="*/ 4251380 w 4572002"/>
              <a:gd name="connsiteY396" fmla="*/ 1825393 h 6858002"/>
              <a:gd name="connsiteX397" fmla="*/ 4261478 w 4572002"/>
              <a:gd name="connsiteY397" fmla="*/ 1869780 h 6858002"/>
              <a:gd name="connsiteX398" fmla="*/ 4292149 w 4572002"/>
              <a:gd name="connsiteY398" fmla="*/ 1978940 h 6858002"/>
              <a:gd name="connsiteX399" fmla="*/ 4296911 w 4572002"/>
              <a:gd name="connsiteY399" fmla="*/ 2030378 h 6858002"/>
              <a:gd name="connsiteX400" fmla="*/ 4307201 w 4572002"/>
              <a:gd name="connsiteY400" fmla="*/ 2085054 h 6858002"/>
              <a:gd name="connsiteX401" fmla="*/ 4353302 w 4572002"/>
              <a:gd name="connsiteY401" fmla="*/ 2220312 h 6858002"/>
              <a:gd name="connsiteX402" fmla="*/ 4350636 w 4572002"/>
              <a:gd name="connsiteY402" fmla="*/ 2330806 h 6858002"/>
              <a:gd name="connsiteX403" fmla="*/ 4351206 w 4572002"/>
              <a:gd name="connsiteY403" fmla="*/ 2401292 h 6858002"/>
              <a:gd name="connsiteX404" fmla="*/ 4366446 w 4572002"/>
              <a:gd name="connsiteY404" fmla="*/ 2485307 h 6858002"/>
              <a:gd name="connsiteX405" fmla="*/ 4388736 w 4572002"/>
              <a:gd name="connsiteY405" fmla="*/ 2554079 h 6858002"/>
              <a:gd name="connsiteX406" fmla="*/ 4406453 w 4572002"/>
              <a:gd name="connsiteY406" fmla="*/ 2649143 h 6858002"/>
              <a:gd name="connsiteX407" fmla="*/ 4440554 w 4572002"/>
              <a:gd name="connsiteY407" fmla="*/ 2743826 h 6858002"/>
              <a:gd name="connsiteX408" fmla="*/ 4466653 w 4572002"/>
              <a:gd name="connsiteY408" fmla="*/ 2809930 h 6858002"/>
              <a:gd name="connsiteX409" fmla="*/ 4489705 w 4572002"/>
              <a:gd name="connsiteY409" fmla="*/ 2901943 h 6858002"/>
              <a:gd name="connsiteX410" fmla="*/ 4505897 w 4572002"/>
              <a:gd name="connsiteY410" fmla="*/ 3042728 h 6858002"/>
              <a:gd name="connsiteX411" fmla="*/ 4507613 w 4572002"/>
              <a:gd name="connsiteY411" fmla="*/ 3107500 h 6858002"/>
              <a:gd name="connsiteX412" fmla="*/ 4545521 w 4572002"/>
              <a:gd name="connsiteY412" fmla="*/ 3209993 h 6858002"/>
              <a:gd name="connsiteX413" fmla="*/ 4563811 w 4572002"/>
              <a:gd name="connsiteY413" fmla="*/ 3253809 h 6858002"/>
              <a:gd name="connsiteX414" fmla="*/ 4548570 w 4572002"/>
              <a:gd name="connsiteY414" fmla="*/ 3293244 h 6858002"/>
              <a:gd name="connsiteX415" fmla="*/ 4531043 w 4572002"/>
              <a:gd name="connsiteY415" fmla="*/ 3318771 h 6858002"/>
              <a:gd name="connsiteX416" fmla="*/ 4545904 w 4572002"/>
              <a:gd name="connsiteY416" fmla="*/ 3399546 h 6858002"/>
              <a:gd name="connsiteX417" fmla="*/ 4561524 w 4572002"/>
              <a:gd name="connsiteY417" fmla="*/ 3485275 h 6858002"/>
              <a:gd name="connsiteX418" fmla="*/ 4572002 w 4572002"/>
              <a:gd name="connsiteY418" fmla="*/ 3546617 h 6858002"/>
              <a:gd name="connsiteX419" fmla="*/ 4563620 w 4572002"/>
              <a:gd name="connsiteY419" fmla="*/ 3623201 h 6858002"/>
              <a:gd name="connsiteX420" fmla="*/ 4560192 w 4572002"/>
              <a:gd name="connsiteY420" fmla="*/ 3683591 h 6858002"/>
              <a:gd name="connsiteX421" fmla="*/ 4550476 w 4572002"/>
              <a:gd name="connsiteY421" fmla="*/ 3732361 h 6858002"/>
              <a:gd name="connsiteX422" fmla="*/ 4544759 w 4572002"/>
              <a:gd name="connsiteY422" fmla="*/ 3749506 h 6858002"/>
              <a:gd name="connsiteX423" fmla="*/ 4500182 w 4572002"/>
              <a:gd name="connsiteY423" fmla="*/ 3885338 h 6858002"/>
              <a:gd name="connsiteX424" fmla="*/ 4464557 w 4572002"/>
              <a:gd name="connsiteY424" fmla="*/ 4030503 h 6858002"/>
              <a:gd name="connsiteX425" fmla="*/ 4487039 w 4572002"/>
              <a:gd name="connsiteY425" fmla="*/ 4124614 h 6858002"/>
              <a:gd name="connsiteX426" fmla="*/ 4486656 w 4572002"/>
              <a:gd name="connsiteY426" fmla="*/ 4159667 h 6858002"/>
              <a:gd name="connsiteX427" fmla="*/ 4491801 w 4572002"/>
              <a:gd name="connsiteY427" fmla="*/ 4320837 h 6858002"/>
              <a:gd name="connsiteX428" fmla="*/ 4497325 w 4572002"/>
              <a:gd name="connsiteY428" fmla="*/ 4349222 h 6858002"/>
              <a:gd name="connsiteX429" fmla="*/ 4474653 w 4572002"/>
              <a:gd name="connsiteY429" fmla="*/ 4502579 h 6858002"/>
              <a:gd name="connsiteX430" fmla="*/ 4470844 w 4572002"/>
              <a:gd name="connsiteY430" fmla="*/ 4558207 h 6858002"/>
              <a:gd name="connsiteX431" fmla="*/ 4464557 w 4572002"/>
              <a:gd name="connsiteY431" fmla="*/ 4609452 h 6858002"/>
              <a:gd name="connsiteX432" fmla="*/ 4463033 w 4572002"/>
              <a:gd name="connsiteY432" fmla="*/ 4681083 h 6858002"/>
              <a:gd name="connsiteX433" fmla="*/ 4465891 w 4572002"/>
              <a:gd name="connsiteY433" fmla="*/ 4755381 h 6858002"/>
              <a:gd name="connsiteX434" fmla="*/ 4465319 w 4572002"/>
              <a:gd name="connsiteY434" fmla="*/ 4838250 h 6858002"/>
              <a:gd name="connsiteX435" fmla="*/ 4460367 w 4572002"/>
              <a:gd name="connsiteY435" fmla="*/ 4871019 h 6858002"/>
              <a:gd name="connsiteX436" fmla="*/ 4463795 w 4572002"/>
              <a:gd name="connsiteY436" fmla="*/ 4959602 h 6858002"/>
              <a:gd name="connsiteX437" fmla="*/ 4458082 w 4572002"/>
              <a:gd name="connsiteY437" fmla="*/ 5006086 h 6858002"/>
              <a:gd name="connsiteX438" fmla="*/ 4456937 w 4572002"/>
              <a:gd name="connsiteY438" fmla="*/ 5082670 h 6858002"/>
              <a:gd name="connsiteX439" fmla="*/ 4455603 w 4572002"/>
              <a:gd name="connsiteY439" fmla="*/ 5107627 h 6858002"/>
              <a:gd name="connsiteX440" fmla="*/ 4454840 w 4572002"/>
              <a:gd name="connsiteY440" fmla="*/ 5129916 h 6858002"/>
              <a:gd name="connsiteX441" fmla="*/ 4470464 w 4572002"/>
              <a:gd name="connsiteY441" fmla="*/ 5206308 h 6858002"/>
              <a:gd name="connsiteX442" fmla="*/ 4471415 w 4572002"/>
              <a:gd name="connsiteY442" fmla="*/ 5274129 h 6858002"/>
              <a:gd name="connsiteX443" fmla="*/ 4483990 w 4572002"/>
              <a:gd name="connsiteY443" fmla="*/ 5393005 h 6858002"/>
              <a:gd name="connsiteX444" fmla="*/ 4479607 w 4572002"/>
              <a:gd name="connsiteY444" fmla="*/ 5419295 h 6858002"/>
              <a:gd name="connsiteX445" fmla="*/ 4477894 w 4572002"/>
              <a:gd name="connsiteY445" fmla="*/ 5501594 h 6858002"/>
              <a:gd name="connsiteX446" fmla="*/ 4476560 w 4572002"/>
              <a:gd name="connsiteY446" fmla="*/ 5548460 h 6858002"/>
              <a:gd name="connsiteX447" fmla="*/ 4485703 w 4572002"/>
              <a:gd name="connsiteY447" fmla="*/ 5606372 h 6858002"/>
              <a:gd name="connsiteX448" fmla="*/ 4505134 w 4572002"/>
              <a:gd name="connsiteY448" fmla="*/ 5706959 h 6858002"/>
              <a:gd name="connsiteX449" fmla="*/ 4508183 w 4572002"/>
              <a:gd name="connsiteY449" fmla="*/ 5733440 h 6858002"/>
              <a:gd name="connsiteX450" fmla="*/ 4517519 w 4572002"/>
              <a:gd name="connsiteY450" fmla="*/ 5781830 h 6858002"/>
              <a:gd name="connsiteX451" fmla="*/ 4519234 w 4572002"/>
              <a:gd name="connsiteY451" fmla="*/ 5790592 h 6858002"/>
              <a:gd name="connsiteX452" fmla="*/ 4542855 w 4572002"/>
              <a:gd name="connsiteY452" fmla="*/ 5864318 h 6858002"/>
              <a:gd name="connsiteX453" fmla="*/ 4544759 w 4572002"/>
              <a:gd name="connsiteY453" fmla="*/ 5902610 h 6858002"/>
              <a:gd name="connsiteX454" fmla="*/ 4544951 w 4572002"/>
              <a:gd name="connsiteY454" fmla="*/ 6012723 h 6858002"/>
              <a:gd name="connsiteX455" fmla="*/ 4541332 w 4572002"/>
              <a:gd name="connsiteY455" fmla="*/ 6059397 h 6858002"/>
              <a:gd name="connsiteX456" fmla="*/ 4527426 w 4572002"/>
              <a:gd name="connsiteY456" fmla="*/ 6171605 h 6858002"/>
              <a:gd name="connsiteX457" fmla="*/ 4520568 w 4572002"/>
              <a:gd name="connsiteY457" fmla="*/ 6242093 h 6858002"/>
              <a:gd name="connsiteX458" fmla="*/ 4509706 w 4572002"/>
              <a:gd name="connsiteY458" fmla="*/ 6323058 h 6858002"/>
              <a:gd name="connsiteX459" fmla="*/ 4502848 w 4572002"/>
              <a:gd name="connsiteY459" fmla="*/ 6415833 h 6858002"/>
              <a:gd name="connsiteX460" fmla="*/ 4482084 w 4572002"/>
              <a:gd name="connsiteY460" fmla="*/ 6584812 h 6858002"/>
              <a:gd name="connsiteX461" fmla="*/ 4460557 w 4572002"/>
              <a:gd name="connsiteY461" fmla="*/ 6748458 h 6858002"/>
              <a:gd name="connsiteX462" fmla="*/ 4441507 w 4572002"/>
              <a:gd name="connsiteY462" fmla="*/ 6815516 h 6858002"/>
              <a:gd name="connsiteX463" fmla="*/ 4431806 w 4572002"/>
              <a:gd name="connsiteY463" fmla="*/ 6858001 h 6858002"/>
              <a:gd name="connsiteX464" fmla="*/ 4259554 w 4572002"/>
              <a:gd name="connsiteY464" fmla="*/ 6858001 h 6858002"/>
              <a:gd name="connsiteX465" fmla="*/ 4259554 w 4572002"/>
              <a:gd name="connsiteY465" fmla="*/ 6858002 h 6858002"/>
              <a:gd name="connsiteX466" fmla="*/ 0 w 4572002"/>
              <a:gd name="connsiteY466" fmla="*/ 6858002 h 6858002"/>
              <a:gd name="connsiteX467" fmla="*/ 0 w 4572002"/>
              <a:gd name="connsiteY467" fmla="*/ 2 h 6858002"/>
              <a:gd name="connsiteX468" fmla="*/ 3766492 w 4572002"/>
              <a:gd name="connsiteY468" fmla="*/ 1 h 6858002"/>
              <a:gd name="connsiteX469" fmla="*/ 3769210 w 4572002"/>
              <a:gd name="connsiteY469" fmla="*/ 21486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</a:cxnLst>
            <a:rect l="l" t="t" r="r" b="b"/>
            <a:pathLst>
              <a:path w="4572002" h="6858002">
                <a:moveTo>
                  <a:pt x="4214994" y="6564620"/>
                </a:moveTo>
                <a:lnTo>
                  <a:pt x="4214994" y="6564621"/>
                </a:lnTo>
                <a:cubicBezTo>
                  <a:pt x="4225281" y="6575479"/>
                  <a:pt x="4231378" y="6582147"/>
                  <a:pt x="4237474" y="6588626"/>
                </a:cubicBezTo>
                <a:lnTo>
                  <a:pt x="4254096" y="6625225"/>
                </a:lnTo>
                <a:lnTo>
                  <a:pt x="4247001" y="6662540"/>
                </a:lnTo>
                <a:lnTo>
                  <a:pt x="4247000" y="6662541"/>
                </a:lnTo>
                <a:lnTo>
                  <a:pt x="4246999" y="6662544"/>
                </a:lnTo>
                <a:lnTo>
                  <a:pt x="4235550" y="6683027"/>
                </a:lnTo>
                <a:lnTo>
                  <a:pt x="4232403" y="6702976"/>
                </a:lnTo>
                <a:lnTo>
                  <a:pt x="4232403" y="6702977"/>
                </a:lnTo>
                <a:cubicBezTo>
                  <a:pt x="4232808" y="6716169"/>
                  <a:pt x="4237951" y="6729219"/>
                  <a:pt x="4246238" y="6742553"/>
                </a:cubicBezTo>
                <a:lnTo>
                  <a:pt x="4246239" y="6742555"/>
                </a:lnTo>
                <a:lnTo>
                  <a:pt x="4265716" y="6812062"/>
                </a:lnTo>
                <a:lnTo>
                  <a:pt x="4265717" y="6812064"/>
                </a:lnTo>
                <a:lnTo>
                  <a:pt x="4265717" y="6812063"/>
                </a:lnTo>
                <a:lnTo>
                  <a:pt x="4265716" y="6812062"/>
                </a:lnTo>
                <a:lnTo>
                  <a:pt x="4260942" y="6776800"/>
                </a:lnTo>
                <a:lnTo>
                  <a:pt x="4246239" y="6742555"/>
                </a:lnTo>
                <a:lnTo>
                  <a:pt x="4246238" y="6742552"/>
                </a:lnTo>
                <a:lnTo>
                  <a:pt x="4232403" y="6702976"/>
                </a:lnTo>
                <a:lnTo>
                  <a:pt x="4246999" y="6662544"/>
                </a:lnTo>
                <a:lnTo>
                  <a:pt x="4247000" y="6662542"/>
                </a:lnTo>
                <a:lnTo>
                  <a:pt x="4247001" y="6662540"/>
                </a:lnTo>
                <a:lnTo>
                  <a:pt x="4254084" y="6645552"/>
                </a:lnTo>
                <a:lnTo>
                  <a:pt x="4254096" y="6625225"/>
                </a:lnTo>
                <a:lnTo>
                  <a:pt x="4254096" y="6625224"/>
                </a:lnTo>
                <a:cubicBezTo>
                  <a:pt x="4252000" y="6611341"/>
                  <a:pt x="4245951" y="6597578"/>
                  <a:pt x="4237474" y="6588625"/>
                </a:cubicBezTo>
                <a:close/>
                <a:moveTo>
                  <a:pt x="4295315" y="6438981"/>
                </a:moveTo>
                <a:lnTo>
                  <a:pt x="4275385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20" y="6521804"/>
                </a:lnTo>
                <a:lnTo>
                  <a:pt x="4261587" y="6513012"/>
                </a:lnTo>
                <a:lnTo>
                  <a:pt x="4264398" y="6508052"/>
                </a:lnTo>
                <a:lnTo>
                  <a:pt x="4275382" y="6463849"/>
                </a:lnTo>
                <a:lnTo>
                  <a:pt x="4275385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381289" y="6365204"/>
                </a:moveTo>
                <a:lnTo>
                  <a:pt x="4380008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close/>
                <a:moveTo>
                  <a:pt x="4142220" y="4221391"/>
                </a:move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lnTo>
                  <a:pt x="4153733" y="4863343"/>
                </a:ln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62914" y="4952673"/>
                </a:lnTo>
                <a:lnTo>
                  <a:pt x="4165707" y="4957454"/>
                </a:lnTo>
                <a:lnTo>
                  <a:pt x="4166985" y="4961456"/>
                </a:lnTo>
                <a:cubicBezTo>
                  <a:pt x="4171496" y="4970097"/>
                  <a:pt x="4177202" y="4978394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087" y="5052096"/>
                  <a:pt x="4213005" y="5062300"/>
                  <a:pt x="4216684" y="5072376"/>
                </a:cubicBezTo>
                <a:lnTo>
                  <a:pt x="4222587" y="5087441"/>
                </a:lnTo>
                <a:lnTo>
                  <a:pt x="4235615" y="5133220"/>
                </a:ln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cubicBezTo>
                  <a:pt x="4228139" y="5167638"/>
                  <a:pt x="4228712" y="5169781"/>
                  <a:pt x="4229593" y="5172091"/>
                </a:cubicBezTo>
                <a:lnTo>
                  <a:pt x="4232139" y="5179068"/>
                </a:lnTo>
                <a:cubicBezTo>
                  <a:pt x="4235759" y="5196595"/>
                  <a:pt x="4235807" y="5213598"/>
                  <a:pt x="4231973" y="5229434"/>
                </a:cubicBezTo>
                <a:lnTo>
                  <a:pt x="4225669" y="5241089"/>
                </a:lnTo>
                <a:lnTo>
                  <a:pt x="4208517" y="5272796"/>
                </a:lnTo>
                <a:cubicBezTo>
                  <a:pt x="4196871" y="5285441"/>
                  <a:pt x="4189165" y="5298595"/>
                  <a:pt x="4184613" y="5312288"/>
                </a:cubicBezTo>
                <a:lnTo>
                  <a:pt x="4183557" y="5321350"/>
                </a:lnTo>
                <a:lnTo>
                  <a:pt x="4181083" y="5326163"/>
                </a:ln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7" y="5480638"/>
                </a:cubicBezTo>
                <a:lnTo>
                  <a:pt x="4208850" y="5507668"/>
                </a:lnTo>
                <a:lnTo>
                  <a:pt x="4198232" y="5531692"/>
                </a:lnTo>
                <a:lnTo>
                  <a:pt x="4198231" y="5531693"/>
                </a:ln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9"/>
                </a:lnTo>
                <a:cubicBezTo>
                  <a:pt x="4188180" y="5552508"/>
                  <a:pt x="4191562" y="5557318"/>
                  <a:pt x="4197659" y="5562747"/>
                </a:cubicBezTo>
                <a:cubicBezTo>
                  <a:pt x="4240332" y="5600468"/>
                  <a:pt x="4267003" y="5646190"/>
                  <a:pt x="4268907" y="5704484"/>
                </a:cubicBezTo>
                <a:cubicBezTo>
                  <a:pt x="4269289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8" y="5760874"/>
                </a:cubicBezTo>
                <a:cubicBezTo>
                  <a:pt x="4322821" y="5794975"/>
                  <a:pt x="4350063" y="5837458"/>
                  <a:pt x="4371973" y="5883752"/>
                </a:cubicBezTo>
                <a:lnTo>
                  <a:pt x="4371974" y="5883757"/>
                </a:lnTo>
                <a:lnTo>
                  <a:pt x="4389877" y="5935946"/>
                </a:lnTo>
                <a:lnTo>
                  <a:pt x="4389878" y="5935950"/>
                </a:lnTo>
                <a:lnTo>
                  <a:pt x="4386259" y="5993290"/>
                </a:lnTo>
                <a:lnTo>
                  <a:pt x="4386259" y="5993291"/>
                </a:ln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8" y="6082258"/>
                  <a:pt x="4323583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13591" y="6143190"/>
                </a:lnTo>
                <a:lnTo>
                  <a:pt x="4325486" y="6155600"/>
                </a:lnTo>
                <a:lnTo>
                  <a:pt x="4325488" y="6155603"/>
                </a:lnTo>
                <a:cubicBezTo>
                  <a:pt x="4347778" y="6175798"/>
                  <a:pt x="4359398" y="6200945"/>
                  <a:pt x="4364160" y="6228757"/>
                </a:cubicBezTo>
                <a:lnTo>
                  <a:pt x="4381497" y="6361540"/>
                </a:lnTo>
                <a:lnTo>
                  <a:pt x="4381497" y="6361539"/>
                </a:lnTo>
                <a:cubicBezTo>
                  <a:pt x="4377877" y="6317151"/>
                  <a:pt x="4371590" y="6272764"/>
                  <a:pt x="4364160" y="6228756"/>
                </a:cubicBezTo>
                <a:cubicBezTo>
                  <a:pt x="4359398" y="6200944"/>
                  <a:pt x="4347778" y="6175797"/>
                  <a:pt x="4325488" y="6155602"/>
                </a:cubicBezTo>
                <a:lnTo>
                  <a:pt x="4325486" y="6155600"/>
                </a:lnTo>
                <a:lnTo>
                  <a:pt x="4309890" y="6133315"/>
                </a:lnTo>
                <a:lnTo>
                  <a:pt x="4323583" y="6108739"/>
                </a:lnTo>
                <a:cubicBezTo>
                  <a:pt x="4343778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9" y="5993292"/>
                </a:cubicBezTo>
                <a:lnTo>
                  <a:pt x="4386259" y="5993290"/>
                </a:lnTo>
                <a:lnTo>
                  <a:pt x="4389712" y="5964477"/>
                </a:lnTo>
                <a:lnTo>
                  <a:pt x="4389878" y="5935950"/>
                </a:lnTo>
                <a:lnTo>
                  <a:pt x="4389878" y="5935949"/>
                </a:lnTo>
                <a:lnTo>
                  <a:pt x="4389877" y="5935946"/>
                </a:lnTo>
                <a:lnTo>
                  <a:pt x="4382997" y="5909351"/>
                </a:lnTo>
                <a:lnTo>
                  <a:pt x="4371974" y="5883757"/>
                </a:lnTo>
                <a:lnTo>
                  <a:pt x="4371973" y="5883751"/>
                </a:lnTo>
                <a:cubicBezTo>
                  <a:pt x="4350063" y="5837457"/>
                  <a:pt x="4322821" y="5794974"/>
                  <a:pt x="4283578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9" y="5716485"/>
                  <a:pt x="4268907" y="5704483"/>
                </a:cubicBezTo>
                <a:cubicBezTo>
                  <a:pt x="4267003" y="5646189"/>
                  <a:pt x="4240332" y="5600467"/>
                  <a:pt x="4197659" y="5562746"/>
                </a:cubicBezTo>
                <a:lnTo>
                  <a:pt x="4188085" y="5547578"/>
                </a:lnTo>
                <a:lnTo>
                  <a:pt x="4198231" y="5531694"/>
                </a:lnTo>
                <a:lnTo>
                  <a:pt x="4198232" y="5531692"/>
                </a:lnTo>
                <a:lnTo>
                  <a:pt x="4206630" y="5520422"/>
                </a:ln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7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3557" y="5321350"/>
                </a:lnTo>
                <a:lnTo>
                  <a:pt x="4208517" y="5272797"/>
                </a:lnTo>
                <a:lnTo>
                  <a:pt x="4225669" y="5241089"/>
                </a:lnTo>
                <a:lnTo>
                  <a:pt x="4231973" y="5229433"/>
                </a:ln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3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4"/>
                </a:lnTo>
                <a:lnTo>
                  <a:pt x="4235615" y="5133220"/>
                </a:lnTo>
                <a:lnTo>
                  <a:pt x="4228473" y="5102461"/>
                </a:lnTo>
                <a:lnTo>
                  <a:pt x="4222587" y="5087441"/>
                </a:lnTo>
                <a:lnTo>
                  <a:pt x="4222582" y="5087423"/>
                </a:lnTo>
                <a:cubicBezTo>
                  <a:pt x="4216496" y="5072411"/>
                  <a:pt x="4210397" y="505738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lnTo>
                  <a:pt x="4165707" y="4957454"/>
                </a:ln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56484" y="4867614"/>
                </a:lnTo>
                <a:lnTo>
                  <a:pt x="4153733" y="4863343"/>
                </a:lnTo>
                <a:lnTo>
                  <a:pt x="4151983" y="4857317"/>
                </a:lnTo>
                <a:cubicBezTo>
                  <a:pt x="4146840" y="4847214"/>
                  <a:pt x="4139839" y="4837703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9" y="4442762"/>
                  <a:pt x="4197659" y="4403326"/>
                  <a:pt x="4196706" y="4363891"/>
                </a:cubicBez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close/>
                <a:moveTo>
                  <a:pt x="4211111" y="2836172"/>
                </a:moveTo>
                <a:lnTo>
                  <a:pt x="4202421" y="2848793"/>
                </a:lnTo>
                <a:cubicBezTo>
                  <a:pt x="4197421" y="2865010"/>
                  <a:pt x="4191562" y="2881307"/>
                  <a:pt x="4186816" y="2897785"/>
                </a:cubicBezTo>
                <a:lnTo>
                  <a:pt x="4185787" y="2903551"/>
                </a:lnTo>
                <a:lnTo>
                  <a:pt x="4182513" y="2914328"/>
                </a:lnTo>
                <a:lnTo>
                  <a:pt x="4177882" y="2947858"/>
                </a:lnTo>
                <a:lnTo>
                  <a:pt x="4177881" y="2947862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lnTo>
                  <a:pt x="4136708" y="3654416"/>
                </a:lnTo>
                <a:lnTo>
                  <a:pt x="4140382" y="3668940"/>
                </a:ln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7425" y="3868764"/>
                </a:lnTo>
                <a:lnTo>
                  <a:pt x="4126028" y="3885337"/>
                </a:lnTo>
                <a:lnTo>
                  <a:pt x="4126028" y="3885339"/>
                </a:ln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42221" y="4043838"/>
                </a:lnTo>
                <a:lnTo>
                  <a:pt x="4142220" y="4043839"/>
                </a:ln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9066" y="4134256"/>
                </a:lnTo>
                <a:lnTo>
                  <a:pt x="4138410" y="4165382"/>
                </a:lnTo>
                <a:lnTo>
                  <a:pt x="4138410" y="4165384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lnTo>
                  <a:pt x="4138410" y="4165382"/>
                </a:lnTo>
                <a:lnTo>
                  <a:pt x="4127099" y="4103826"/>
                </a:lnTo>
                <a:lnTo>
                  <a:pt x="4142220" y="4043840"/>
                </a:lnTo>
                <a:lnTo>
                  <a:pt x="4142221" y="4043838"/>
                </a:lnTo>
                <a:lnTo>
                  <a:pt x="4155523" y="4002410"/>
                </a:ln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lnTo>
                  <a:pt x="4126028" y="3885337"/>
                </a:ln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3"/>
                </a:lnTo>
                <a:lnTo>
                  <a:pt x="4140382" y="3668940"/>
                </a:lnTo>
                <a:lnTo>
                  <a:pt x="4136708" y="3654416"/>
                </a:lnTo>
                <a:lnTo>
                  <a:pt x="4136708" y="3654416"/>
                </a:lnTo>
                <a:lnTo>
                  <a:pt x="4136708" y="3654415"/>
                </a:lnTo>
                <a:cubicBezTo>
                  <a:pt x="4132898" y="3646123"/>
                  <a:pt x="4127219" y="3638157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77882" y="2947858"/>
                </a:lnTo>
                <a:lnTo>
                  <a:pt x="4185787" y="2903551"/>
                </a:lnTo>
                <a:lnTo>
                  <a:pt x="4202421" y="2848794"/>
                </a:lnTo>
                <a:cubicBezTo>
                  <a:pt x="4203754" y="2844317"/>
                  <a:pt x="4207040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25839" y="2518262"/>
                </a:lnTo>
                <a:lnTo>
                  <a:pt x="4125838" y="2518264"/>
                </a:ln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3" y="2668002"/>
                </a:cubicBezTo>
                <a:cubicBezTo>
                  <a:pt x="4223947" y="2691055"/>
                  <a:pt x="4237663" y="2716964"/>
                  <a:pt x="4247953" y="2745349"/>
                </a:cubicBezTo>
                <a:lnTo>
                  <a:pt x="4247954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1" y="2811787"/>
                </a:lnTo>
                <a:lnTo>
                  <a:pt x="4243372" y="2811787"/>
                </a:lnTo>
                <a:lnTo>
                  <a:pt x="4243374" y="2811780"/>
                </a:lnTo>
                <a:lnTo>
                  <a:pt x="4253025" y="2793023"/>
                </a:lnTo>
                <a:lnTo>
                  <a:pt x="4253453" y="2785440"/>
                </a:lnTo>
                <a:lnTo>
                  <a:pt x="4254654" y="2782305"/>
                </a:lnTo>
                <a:lnTo>
                  <a:pt x="4253873" y="2778006"/>
                </a:lnTo>
                <a:lnTo>
                  <a:pt x="4254284" y="2770758"/>
                </a:lnTo>
                <a:lnTo>
                  <a:pt x="4247954" y="2745352"/>
                </a:lnTo>
                <a:lnTo>
                  <a:pt x="4247953" y="2745348"/>
                </a:lnTo>
                <a:cubicBezTo>
                  <a:pt x="4237663" y="2716963"/>
                  <a:pt x="4223947" y="2691054"/>
                  <a:pt x="4199563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lnTo>
                  <a:pt x="4125839" y="2518262"/>
                </a:lnTo>
                <a:lnTo>
                  <a:pt x="4132419" y="2490551"/>
                </a:ln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45230" y="1459073"/>
                </a:moveTo>
                <a:lnTo>
                  <a:pt x="3745229" y="1459074"/>
                </a:lnTo>
                <a:lnTo>
                  <a:pt x="3736012" y="1481572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lnTo>
                  <a:pt x="3759500" y="338900"/>
                </a:lnTo>
                <a:lnTo>
                  <a:pt x="3769400" y="395640"/>
                </a:lnTo>
                <a:lnTo>
                  <a:pt x="3765590" y="367328"/>
                </a:lnTo>
                <a:lnTo>
                  <a:pt x="3759500" y="338900"/>
                </a:lnTo>
                <a:lnTo>
                  <a:pt x="3759494" y="338870"/>
                </a:ln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2" y="21486"/>
                  <a:pt x="4218423" y="43012"/>
                  <a:pt x="4215375" y="63587"/>
                </a:cubicBezTo>
                <a:cubicBezTo>
                  <a:pt x="4209851" y="101308"/>
                  <a:pt x="4206421" y="139219"/>
                  <a:pt x="4201468" y="176939"/>
                </a:cubicBezTo>
                <a:cubicBezTo>
                  <a:pt x="4200325" y="184941"/>
                  <a:pt x="4198231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5" y="1489720"/>
                </a:cubicBezTo>
                <a:cubicBezTo>
                  <a:pt x="4198993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4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2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50" y="1992279"/>
                  <a:pt x="4294815" y="2013043"/>
                  <a:pt x="4296911" y="2030378"/>
                </a:cubicBezTo>
                <a:cubicBezTo>
                  <a:pt x="4299388" y="2048668"/>
                  <a:pt x="4301673" y="2067525"/>
                  <a:pt x="4307201" y="2085054"/>
                </a:cubicBezTo>
                <a:cubicBezTo>
                  <a:pt x="4321679" y="2130393"/>
                  <a:pt x="4338062" y="2175163"/>
                  <a:pt x="4353302" y="2220312"/>
                </a:cubicBezTo>
                <a:cubicBezTo>
                  <a:pt x="4365877" y="2257459"/>
                  <a:pt x="4355970" y="2294039"/>
                  <a:pt x="4350636" y="2330806"/>
                </a:cubicBezTo>
                <a:cubicBezTo>
                  <a:pt x="4347205" y="2353859"/>
                  <a:pt x="4339013" y="2375383"/>
                  <a:pt x="4351206" y="2401292"/>
                </a:cubicBezTo>
                <a:cubicBezTo>
                  <a:pt x="4362828" y="2426059"/>
                  <a:pt x="4360160" y="2457492"/>
                  <a:pt x="4366446" y="2485307"/>
                </a:cubicBezTo>
                <a:cubicBezTo>
                  <a:pt x="4371781" y="2508742"/>
                  <a:pt x="4380354" y="2531409"/>
                  <a:pt x="4388736" y="2554079"/>
                </a:cubicBezTo>
                <a:cubicBezTo>
                  <a:pt x="4400168" y="2584942"/>
                  <a:pt x="4412167" y="2615421"/>
                  <a:pt x="4406453" y="2649143"/>
                </a:cubicBezTo>
                <a:cubicBezTo>
                  <a:pt x="4399976" y="2687436"/>
                  <a:pt x="4424359" y="2713723"/>
                  <a:pt x="4440554" y="2743826"/>
                </a:cubicBezTo>
                <a:cubicBezTo>
                  <a:pt x="4451603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5" y="2901943"/>
                </a:cubicBezTo>
                <a:cubicBezTo>
                  <a:pt x="4502848" y="2948047"/>
                  <a:pt x="4513137" y="2994722"/>
                  <a:pt x="4505897" y="3042728"/>
                </a:cubicBezTo>
                <a:cubicBezTo>
                  <a:pt x="4502659" y="3064827"/>
                  <a:pt x="4502848" y="3085403"/>
                  <a:pt x="4507613" y="3107500"/>
                </a:cubicBezTo>
                <a:cubicBezTo>
                  <a:pt x="4515422" y="3143695"/>
                  <a:pt x="4516376" y="3180844"/>
                  <a:pt x="4545521" y="3209993"/>
                </a:cubicBezTo>
                <a:cubicBezTo>
                  <a:pt x="4555811" y="3220280"/>
                  <a:pt x="4558477" y="3238758"/>
                  <a:pt x="4563811" y="3253809"/>
                </a:cubicBezTo>
                <a:cubicBezTo>
                  <a:pt x="4570099" y="3271145"/>
                  <a:pt x="4566858" y="3283908"/>
                  <a:pt x="4548570" y="3293244"/>
                </a:cubicBezTo>
                <a:cubicBezTo>
                  <a:pt x="4540379" y="3297434"/>
                  <a:pt x="4532378" y="3309437"/>
                  <a:pt x="4531043" y="3318771"/>
                </a:cubicBezTo>
                <a:cubicBezTo>
                  <a:pt x="4527043" y="3346776"/>
                  <a:pt x="4532950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7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7" y="3699976"/>
                  <a:pt x="4554096" y="3716168"/>
                  <a:pt x="4550476" y="3732361"/>
                </a:cubicBezTo>
                <a:cubicBezTo>
                  <a:pt x="4549142" y="3738267"/>
                  <a:pt x="4543998" y="3744173"/>
                  <a:pt x="4544759" y="3749506"/>
                </a:cubicBezTo>
                <a:cubicBezTo>
                  <a:pt x="4552953" y="3802467"/>
                  <a:pt x="4516376" y="3840569"/>
                  <a:pt x="4500182" y="3885338"/>
                </a:cubicBezTo>
                <a:cubicBezTo>
                  <a:pt x="4483035" y="3932394"/>
                  <a:pt x="4456748" y="3977925"/>
                  <a:pt x="4464557" y="4030503"/>
                </a:cubicBezTo>
                <a:cubicBezTo>
                  <a:pt x="4469319" y="4062318"/>
                  <a:pt x="4480369" y="4092989"/>
                  <a:pt x="4487039" y="4124614"/>
                </a:cubicBezTo>
                <a:cubicBezTo>
                  <a:pt x="4489324" y="4135854"/>
                  <a:pt x="4488943" y="4148427"/>
                  <a:pt x="4486656" y="4159667"/>
                </a:cubicBezTo>
                <a:cubicBezTo>
                  <a:pt x="4476177" y="4213961"/>
                  <a:pt x="4474653" y="4267493"/>
                  <a:pt x="4491801" y="4320837"/>
                </a:cubicBezTo>
                <a:cubicBezTo>
                  <a:pt x="4494659" y="4329979"/>
                  <a:pt x="4497325" y="4339695"/>
                  <a:pt x="4497325" y="4349222"/>
                </a:cubicBezTo>
                <a:cubicBezTo>
                  <a:pt x="4497325" y="4401419"/>
                  <a:pt x="4493324" y="4452665"/>
                  <a:pt x="4474653" y="4502579"/>
                </a:cubicBezTo>
                <a:cubicBezTo>
                  <a:pt x="4468368" y="4519343"/>
                  <a:pt x="4472368" y="4539728"/>
                  <a:pt x="4470844" y="4558207"/>
                </a:cubicBezTo>
                <a:cubicBezTo>
                  <a:pt x="4469511" y="4575351"/>
                  <a:pt x="4468940" y="4592878"/>
                  <a:pt x="4464557" y="4609452"/>
                </a:cubicBezTo>
                <a:cubicBezTo>
                  <a:pt x="4458082" y="4633647"/>
                  <a:pt x="4457320" y="4656126"/>
                  <a:pt x="4463033" y="4681083"/>
                </a:cubicBezTo>
                <a:cubicBezTo>
                  <a:pt x="4468368" y="4704895"/>
                  <a:pt x="4465702" y="4730614"/>
                  <a:pt x="4465891" y="4755381"/>
                </a:cubicBezTo>
                <a:cubicBezTo>
                  <a:pt x="4466082" y="4783004"/>
                  <a:pt x="4466272" y="4810627"/>
                  <a:pt x="4465319" y="4838250"/>
                </a:cubicBezTo>
                <a:cubicBezTo>
                  <a:pt x="4464940" y="4849300"/>
                  <a:pt x="4457320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4" y="4990465"/>
                  <a:pt x="4458082" y="5006086"/>
                </a:cubicBezTo>
                <a:cubicBezTo>
                  <a:pt x="4456748" y="5031614"/>
                  <a:pt x="4457320" y="5057141"/>
                  <a:pt x="4456937" y="5082670"/>
                </a:cubicBezTo>
                <a:cubicBezTo>
                  <a:pt x="4456748" y="5091052"/>
                  <a:pt x="4455986" y="5099245"/>
                  <a:pt x="4455603" y="5107627"/>
                </a:cubicBezTo>
                <a:cubicBezTo>
                  <a:pt x="4455223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4" y="5206308"/>
                </a:cubicBezTo>
                <a:cubicBezTo>
                  <a:pt x="4473130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90" y="5393005"/>
                </a:cubicBezTo>
                <a:cubicBezTo>
                  <a:pt x="4484752" y="5401579"/>
                  <a:pt x="4479988" y="5410531"/>
                  <a:pt x="4479607" y="5419295"/>
                </a:cubicBezTo>
                <a:cubicBezTo>
                  <a:pt x="4478656" y="5446728"/>
                  <a:pt x="4478464" y="5474161"/>
                  <a:pt x="4477894" y="5501594"/>
                </a:cubicBezTo>
                <a:cubicBezTo>
                  <a:pt x="4477702" y="5517215"/>
                  <a:pt x="4478273" y="5533027"/>
                  <a:pt x="4476560" y="5548460"/>
                </a:cubicBezTo>
                <a:cubicBezTo>
                  <a:pt x="4474273" y="5568842"/>
                  <a:pt x="4470844" y="5587321"/>
                  <a:pt x="4485703" y="5606372"/>
                </a:cubicBezTo>
                <a:cubicBezTo>
                  <a:pt x="4508755" y="5635711"/>
                  <a:pt x="4499801" y="5673050"/>
                  <a:pt x="4505134" y="5706959"/>
                </a:cubicBezTo>
                <a:cubicBezTo>
                  <a:pt x="4506468" y="5715723"/>
                  <a:pt x="4506659" y="5724678"/>
                  <a:pt x="4508183" y="5733440"/>
                </a:cubicBezTo>
                <a:cubicBezTo>
                  <a:pt x="4511041" y="5749634"/>
                  <a:pt x="4514279" y="5765635"/>
                  <a:pt x="4517519" y="5781830"/>
                </a:cubicBezTo>
                <a:cubicBezTo>
                  <a:pt x="4518089" y="5784686"/>
                  <a:pt x="4518281" y="5787924"/>
                  <a:pt x="4519234" y="5790592"/>
                </a:cubicBezTo>
                <a:cubicBezTo>
                  <a:pt x="4527233" y="5815169"/>
                  <a:pt x="4536378" y="5839361"/>
                  <a:pt x="4542855" y="5864318"/>
                </a:cubicBezTo>
                <a:cubicBezTo>
                  <a:pt x="4546095" y="5876511"/>
                  <a:pt x="4546476" y="5890037"/>
                  <a:pt x="4544759" y="5902610"/>
                </a:cubicBezTo>
                <a:cubicBezTo>
                  <a:pt x="4539808" y="5939377"/>
                  <a:pt x="4537712" y="5975764"/>
                  <a:pt x="4544951" y="6012723"/>
                </a:cubicBezTo>
                <a:cubicBezTo>
                  <a:pt x="4547808" y="6027392"/>
                  <a:pt x="4543045" y="6043776"/>
                  <a:pt x="4541332" y="6059397"/>
                </a:cubicBezTo>
                <a:cubicBezTo>
                  <a:pt x="4536759" y="6096736"/>
                  <a:pt x="4531805" y="6134075"/>
                  <a:pt x="4527426" y="6171605"/>
                </a:cubicBezTo>
                <a:cubicBezTo>
                  <a:pt x="4524758" y="6195037"/>
                  <a:pt x="4523234" y="6218660"/>
                  <a:pt x="4520568" y="6242093"/>
                </a:cubicBezTo>
                <a:cubicBezTo>
                  <a:pt x="4517327" y="6269144"/>
                  <a:pt x="4512375" y="6296005"/>
                  <a:pt x="4509706" y="6323058"/>
                </a:cubicBezTo>
                <a:cubicBezTo>
                  <a:pt x="4506659" y="6353919"/>
                  <a:pt x="4506089" y="6384972"/>
                  <a:pt x="4502848" y="6415833"/>
                </a:cubicBezTo>
                <a:cubicBezTo>
                  <a:pt x="4496563" y="6472225"/>
                  <a:pt x="4489132" y="6528424"/>
                  <a:pt x="4482084" y="6584812"/>
                </a:cubicBezTo>
                <a:cubicBezTo>
                  <a:pt x="4475226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7" y="6815516"/>
                </a:cubicBezTo>
                <a:lnTo>
                  <a:pt x="4431806" y="6858001"/>
                </a:lnTo>
                <a:lnTo>
                  <a:pt x="4259554" y="6858001"/>
                </a:lnTo>
                <a:lnTo>
                  <a:pt x="4259554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solidFill>
            <a:schemeClr val="bg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31899EE-49A4-469F-BDB5-0A178C551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97284" y="-1"/>
            <a:ext cx="884241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63E0550-0AFD-458E-A821-787F4CB6F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C5702A-BA45-4A2C-99DC-525993A9C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516366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AEMODIALYSIS DIALYZER - YouTube">
            <a:extLst>
              <a:ext uri="{FF2B5EF4-FFF2-40B4-BE49-F238E27FC236}">
                <a16:creationId xmlns:a16="http://schemas.microsoft.com/office/drawing/2014/main" id="{DBF58432-B5C8-7FD7-2242-B125CE4B2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2191979" cy="685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3828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9" name="Rectangle 4108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5D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1" name="Rectangle 4110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4" name="Picture 8" descr="Hemodialysis Access for Patients ...">
            <a:extLst>
              <a:ext uri="{FF2B5EF4-FFF2-40B4-BE49-F238E27FC236}">
                <a16:creationId xmlns:a16="http://schemas.microsoft.com/office/drawing/2014/main" id="{094C532D-F18D-0121-12C3-5BB63197A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21035" y="1722181"/>
            <a:ext cx="5129784" cy="3413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3" name="Rectangle 4112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2" name="Picture 6" descr="AV Fistula Surgery for Dialysis by Dr. Sumit Kapadia">
            <a:extLst>
              <a:ext uri="{FF2B5EF4-FFF2-40B4-BE49-F238E27FC236}">
                <a16:creationId xmlns:a16="http://schemas.microsoft.com/office/drawing/2014/main" id="{F6F396A5-328B-ECDC-355F-960963D36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1180" y="1870828"/>
            <a:ext cx="5129784" cy="3116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2509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4" name="Rectangle 5133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68A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6" name="Rectangle 5135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4" name="Picture 4" descr="The efficacy and safety of a novel method of peritoneal dialysis catheter  insertion from the McBurney point | Renal Replacement Therapy | Springer  Nature Link">
            <a:extLst>
              <a:ext uri="{FF2B5EF4-FFF2-40B4-BE49-F238E27FC236}">
                <a16:creationId xmlns:a16="http://schemas.microsoft.com/office/drawing/2014/main" id="{A81CEE1F-0EA2-1720-7DD6-60DC0404F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71865" y="643467"/>
            <a:ext cx="5028123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8" name="Rectangle 5137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What Is Peritoneal Dialysis? Understanding Your Options After a Dialysis  Diagnosis - Fabio Komlos, MD">
            <a:extLst>
              <a:ext uri="{FF2B5EF4-FFF2-40B4-BE49-F238E27FC236}">
                <a16:creationId xmlns:a16="http://schemas.microsoft.com/office/drawing/2014/main" id="{C7524ED5-AAAE-943E-569C-99DC212A5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1180" y="1716935"/>
            <a:ext cx="5129784" cy="342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60008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DD9678-3A7B-8EFF-B8C7-A2627DEB4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A72F7-1C3E-1BCA-604D-9ED669232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69" y="660641"/>
            <a:ext cx="11305098" cy="2115403"/>
          </a:xfrm>
        </p:spPr>
        <p:txBody>
          <a:bodyPr>
            <a:normAutofit/>
          </a:bodyPr>
          <a:lstStyle/>
          <a:p>
            <a:r>
              <a:rPr lang="en-US" cap="none" dirty="0"/>
              <a:t>Which of the following is a potential complication of hemodialysis?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1E3C2-BAB4-5AE2-E1B0-6C965E212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469" y="2718106"/>
            <a:ext cx="10691265" cy="2727701"/>
          </a:xfrm>
        </p:spPr>
        <p:txBody>
          <a:bodyPr numCol="1"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3200" dirty="0"/>
              <a:t>Peritonitis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Cloudy dialysate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Redness to abdomen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Thrombosis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2CD102-818E-56A4-04CF-7A5ADE068D6A}"/>
              </a:ext>
            </a:extLst>
          </p:cNvPr>
          <p:cNvSpPr txBox="1"/>
          <p:nvPr/>
        </p:nvSpPr>
        <p:spPr>
          <a:xfrm>
            <a:off x="9422969" y="55328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311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</TotalTime>
  <Words>848</Words>
  <Application>Microsoft Macintosh PowerPoint</Application>
  <PresentationFormat>Widescreen</PresentationFormat>
  <Paragraphs>189</Paragraphs>
  <Slides>47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Aptos</vt:lpstr>
      <vt:lpstr>Aptos Display</vt:lpstr>
      <vt:lpstr>Arial</vt:lpstr>
      <vt:lpstr>Calibri</vt:lpstr>
      <vt:lpstr>Office Theme</vt:lpstr>
      <vt:lpstr>Week 7</vt:lpstr>
      <vt:lpstr>Kidney &amp; GU Basics</vt:lpstr>
      <vt:lpstr>PowerPoint Presentation</vt:lpstr>
      <vt:lpstr>PowerPoint Presentation</vt:lpstr>
      <vt:lpstr>PowerPoint Presentation</vt:lpstr>
      <vt:lpstr>Urinalysis (UA) Components</vt:lpstr>
      <vt:lpstr>PowerPoint Presentation</vt:lpstr>
      <vt:lpstr>Urinary Tract Infection </vt:lpstr>
      <vt:lpstr>PowerPoint Presentation</vt:lpstr>
      <vt:lpstr>PowerPoint Presentation</vt:lpstr>
      <vt:lpstr>The nurse is teaching a client with recurrent cystitis about preventing UTIs. Which client statement needs correction?</vt:lpstr>
      <vt:lpstr>What should the nurse teach a young woman with a history of UTIs about UTI prevention? Select all that apply.</vt:lpstr>
      <vt:lpstr>  Which patient is most at risk for developing a UTI?  </vt:lpstr>
      <vt:lpstr>What signs and symptoms are most likely present in a patient with a UTI? Select all that apply.</vt:lpstr>
      <vt:lpstr>The nurse assesses a client reporting urinary frequency and burning. To determine whether the problem is of renal origin, the nurse assesses for pain in which location?</vt:lpstr>
      <vt:lpstr>A nurse is educating patients on preventing UTIs. What should the nurse include?</vt:lpstr>
      <vt:lpstr>Nephritic vs Nephrotic Syndrome</vt:lpstr>
      <vt:lpstr>PowerPoint Presentation</vt:lpstr>
      <vt:lpstr>Let’s Make A Table  </vt:lpstr>
      <vt:lpstr>The nurse cares for a client with nephrotic syndrome. The nurse identifies which key feature of nephrotic syndrome when reviewing the client’s lab results?</vt:lpstr>
      <vt:lpstr>Urinary Obstructions</vt:lpstr>
      <vt:lpstr>PowerPoint Presentation</vt:lpstr>
      <vt:lpstr>PowerPoint Presentation</vt:lpstr>
      <vt:lpstr>Urinary Incontinence vs Retention</vt:lpstr>
      <vt:lpstr>PowerPoint Presentation</vt:lpstr>
      <vt:lpstr>A patient reports a sudden need to urinate. Which type of incontinence should the nurse document this as?</vt:lpstr>
      <vt:lpstr>What is the best word for the loss of voluntary control of the bladder?</vt:lpstr>
      <vt:lpstr>  Which type of incontinence is present when increased intraabdominal pressure forces urine through the urinary sphincter? </vt:lpstr>
      <vt:lpstr>PowerPoint Presentation</vt:lpstr>
      <vt:lpstr>Chronic Kidney Disease (CKD)</vt:lpstr>
      <vt:lpstr>PowerPoint Presentation</vt:lpstr>
      <vt:lpstr>Which of the following electrolyte imbalances would be present in a patient with CKD? Select all that apply.</vt:lpstr>
      <vt:lpstr>Which of the following lab values would be expected in a patient with CKD? Select all that apply.  </vt:lpstr>
      <vt:lpstr>Which statement best describes the pathophysiology of CKD?   </vt:lpstr>
      <vt:lpstr>Acute Kidney Injury (AKI)</vt:lpstr>
      <vt:lpstr>PowerPoint Presentation</vt:lpstr>
      <vt:lpstr>Kidney stones would cause which type of kidney injury?</vt:lpstr>
      <vt:lpstr>What is a cause of acute renal failure?</vt:lpstr>
      <vt:lpstr>Which of the following would be a potential cause of a prerenal AKI?</vt:lpstr>
      <vt:lpstr>A patient with benign prostatic hyperplasia (BPH) is at increased risk of developing which AKI?</vt:lpstr>
      <vt:lpstr>Which of the following would cause an intrarenal AKI?</vt:lpstr>
      <vt:lpstr>Which statement best describes the pathophysiology of postrenal AKIs? </vt:lpstr>
      <vt:lpstr>Dialysis </vt:lpstr>
      <vt:lpstr>PowerPoint Presentation</vt:lpstr>
      <vt:lpstr>PowerPoint Presentation</vt:lpstr>
      <vt:lpstr>PowerPoint Presentation</vt:lpstr>
      <vt:lpstr>Which of the following is a potential complication of hemodialysis?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Sivcovich, Amy</dc:creator>
  <cp:lastModifiedBy>Sivcovich, Amy</cp:lastModifiedBy>
  <cp:revision>2</cp:revision>
  <dcterms:created xsi:type="dcterms:W3CDTF">2026-07-01T00:29:12Z</dcterms:created>
  <dcterms:modified xsi:type="dcterms:W3CDTF">2026-07-01T01:41:35Z</dcterms:modified>
</cp:coreProperties>
</file>